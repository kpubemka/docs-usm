
<file path=[Content_Types].xml><?xml version="1.0" encoding="utf-8"?>
<Types xmlns="http://schemas.openxmlformats.org/package/2006/content-types">
  <Default Extension="png" ContentType="image/png"/>
  <Default Extension="svg" ContentType="image/sv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0" r:id="rId2"/>
    <p:sldMasterId id="2147483652" r:id="rId3"/>
  </p:sldMasterIdLst>
  <p:notesMasterIdLst>
    <p:notesMasterId r:id="rId15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</p:sldIdLst>
  <p:sldSz cx="10080625" cy="5670550"/>
  <p:notesSz cx="7559675" cy="10691813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29" d="100"/>
          <a:sy n="129" d="100"/>
        </p:scale>
        <p:origin x="726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theme" Target="theme/theme1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5" Type="http://schemas.openxmlformats.org/officeDocument/2006/relationships/slide" Target="slides/slide2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7.xml"/><Relationship Id="rId19" Type="http://schemas.openxmlformats.org/officeDocument/2006/relationships/tableStyles" Target="tableStyle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720000" y="900000"/>
            <a:ext cx="6120000" cy="3441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 anchorCtr="1">
            <a:noAutofit/>
          </a:bodyPr>
          <a:lstStyle/>
          <a:p>
            <a:pPr algn="ctr"/>
            <a:r>
              <a:rPr lang="ro-RO" sz="3200" b="1" u="none" strike="noStrike">
                <a:solidFill>
                  <a:srgbClr val="FFFFFF"/>
                </a:solidFill>
                <a:effectLst/>
                <a:uFillTx/>
                <a:latin typeface="Noto Sans"/>
              </a:rPr>
              <a:t>Click to move the slide</a:t>
            </a:r>
          </a:p>
        </p:txBody>
      </p:sp>
      <p:sp>
        <p:nvSpPr>
          <p:cNvPr id="29" name="PlaceHolder 2"/>
          <p:cNvSpPr>
            <a:spLocks noGrp="1"/>
          </p:cNvSpPr>
          <p:nvPr>
            <p:ph type="body"/>
          </p:nvPr>
        </p:nvSpPr>
        <p:spPr>
          <a:xfrm>
            <a:off x="720000" y="4680000"/>
            <a:ext cx="6120000" cy="504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216000" indent="-216000" algn="l">
              <a:buNone/>
            </a:pPr>
            <a:r>
              <a:rPr lang="ro-RO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Click to edit the notes format</a:t>
            </a:r>
          </a:p>
        </p:txBody>
      </p:sp>
      <p:sp>
        <p:nvSpPr>
          <p:cNvPr id="30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72000">
            <a:noFill/>
          </a:ln>
        </p:spPr>
        <p:txBody>
          <a:bodyPr lIns="0" tIns="0" rIns="0" bIns="0" anchor="t">
            <a:spAutoFit/>
          </a:bodyPr>
          <a:lstStyle/>
          <a:p>
            <a:pPr indent="0" algn="l">
              <a:buNone/>
            </a:pPr>
            <a:r>
              <a:rPr lang="ro-RO" sz="1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&lt;header&gt;</a:t>
            </a:r>
            <a:endParaRPr lang="ro-RO" sz="1400" b="1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  <p:sp>
        <p:nvSpPr>
          <p:cNvPr id="31" name="PlaceHolder 4"/>
          <p:cNvSpPr>
            <a:spLocks noGrp="1"/>
          </p:cNvSpPr>
          <p:nvPr>
            <p:ph type="dt" idx="10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72000">
            <a:noFill/>
          </a:ln>
        </p:spPr>
        <p:txBody>
          <a:bodyPr lIns="0" tIns="0" rIns="0" bIns="0" anchor="t">
            <a:spAutoFit/>
          </a:bodyPr>
          <a:lstStyle>
            <a:lvl1pPr indent="0" algn="r">
              <a:buNone/>
              <a:defRPr lang="ro-RO" sz="14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r">
              <a:buNone/>
            </a:pPr>
            <a:r>
              <a:rPr lang="ro-RO" sz="1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&lt;date/time&gt;</a:t>
            </a:r>
            <a:endParaRPr lang="ro-RO" sz="1400" b="1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  <p:sp>
        <p:nvSpPr>
          <p:cNvPr id="32" name="PlaceHolder 5"/>
          <p:cNvSpPr>
            <a:spLocks noGrp="1"/>
          </p:cNvSpPr>
          <p:nvPr>
            <p:ph type="ftr" idx="11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7200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ro-RO" sz="14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l">
              <a:buNone/>
            </a:pPr>
            <a:r>
              <a:rPr lang="ro-RO" sz="1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&lt;footer&gt;</a:t>
            </a:r>
            <a:endParaRPr lang="ro-RO" sz="1400" b="1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  <p:sp>
        <p:nvSpPr>
          <p:cNvPr id="33" name="PlaceHolder 6"/>
          <p:cNvSpPr>
            <a:spLocks noGrp="1"/>
          </p:cNvSpPr>
          <p:nvPr>
            <p:ph type="sldNum" idx="12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7200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ro-RO" sz="14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r">
              <a:buNone/>
            </a:pPr>
            <a:fld id="{FB6E5299-02B4-4FD0-8E08-284D2DF0FE3C}" type="slidenum">
              <a:rPr lang="ro-RO" sz="1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‹#›</a:t>
            </a:fld>
            <a:endParaRPr lang="ro-RO" sz="1400" b="1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720000" y="900000"/>
            <a:ext cx="6120000" cy="3441600"/>
          </a:xfrm>
          <a:prstGeom prst="rect">
            <a:avLst/>
          </a:prstGeom>
          <a:ln w="0">
            <a:noFill/>
          </a:ln>
        </p:spPr>
      </p:sp>
      <p:sp>
        <p:nvSpPr>
          <p:cNvPr id="69" name="PlaceHolder 2"/>
          <p:cNvSpPr>
            <a:spLocks noGrp="1"/>
          </p:cNvSpPr>
          <p:nvPr>
            <p:ph type="body"/>
          </p:nvPr>
        </p:nvSpPr>
        <p:spPr>
          <a:xfrm>
            <a:off x="720000" y="4680000"/>
            <a:ext cx="6120000" cy="504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216000" indent="-216000" algn="l">
              <a:buNone/>
            </a:pPr>
            <a:r>
              <a:rPr lang="ro-RO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- Revânzarea e obositoarea și ea mult timp. Etapele enumerate sunt manuale și eau mult timp;</a:t>
            </a:r>
          </a:p>
          <a:p>
            <a:pPr marL="216000" indent="-216000" algn="l">
              <a:buNone/>
            </a:pPr>
            <a:r>
              <a:rPr lang="ro-RO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- Spre deosebire de extractori rigizi bazați pe script-uri, ...;</a:t>
            </a:r>
          </a:p>
          <a:p>
            <a:pPr marL="216000" indent="-216000" algn="l">
              <a:buNone/>
            </a:pPr>
            <a:r>
              <a:rPr lang="ro-RO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- Întrebarea principală a proiectului: ...;</a:t>
            </a:r>
          </a:p>
          <a:p>
            <a:pPr marL="216000" indent="-216000" algn="l">
              <a:buNone/>
            </a:pPr>
            <a:r>
              <a:rPr lang="ro-RO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-  ...;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720725" y="900113"/>
            <a:ext cx="6119813" cy="3441700"/>
          </a:xfrm>
          <a:prstGeom prst="rect">
            <a:avLst/>
          </a:prstGeom>
          <a:ln w="0">
            <a:noFill/>
          </a:ln>
        </p:spPr>
      </p:sp>
      <p:sp>
        <p:nvSpPr>
          <p:cNvPr id="71" name="PlaceHolder 2"/>
          <p:cNvSpPr>
            <a:spLocks noGrp="1"/>
          </p:cNvSpPr>
          <p:nvPr>
            <p:ph type="body"/>
          </p:nvPr>
        </p:nvSpPr>
        <p:spPr>
          <a:xfrm>
            <a:off x="720000" y="4680000"/>
            <a:ext cx="6120000" cy="504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216000" indent="-216000" algn="l">
              <a:buNone/>
            </a:pPr>
            <a:r>
              <a:rPr lang="ro-RO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Idei pe care este bazat proiectul:</a:t>
            </a:r>
          </a:p>
          <a:p>
            <a:pPr marL="216000" indent="-216000" algn="l">
              <a:buNone/>
            </a:pPr>
            <a:r>
              <a:rPr lang="ro-RO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- Sarcina este spartă în etape realizate de agenți;</a:t>
            </a:r>
          </a:p>
          <a:p>
            <a:pPr marL="216000" indent="-216000" algn="l">
              <a:buNone/>
            </a:pPr>
            <a:r>
              <a:rPr lang="ro-RO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- Framework scris manual;</a:t>
            </a:r>
          </a:p>
          <a:p>
            <a:pPr marL="216000" indent="-216000" algn="l">
              <a:buNone/>
            </a:pPr>
            <a:r>
              <a:rPr lang="ro-RO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- Extragerea datelor cu validarea tipurilor;</a:t>
            </a:r>
          </a:p>
          <a:p>
            <a:pPr marL="216000" indent="-216000" algn="l">
              <a:buNone/>
            </a:pPr>
            <a:r>
              <a:rPr lang="ro-RO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- Traversarea paginilor cu atenuarea boților;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720725" y="900113"/>
            <a:ext cx="6119813" cy="3441700"/>
          </a:xfrm>
          <a:prstGeom prst="rect">
            <a:avLst/>
          </a:prstGeom>
          <a:ln w="0">
            <a:noFill/>
          </a:ln>
        </p:spPr>
      </p:sp>
      <p:sp>
        <p:nvSpPr>
          <p:cNvPr id="73" name="PlaceHolder 2"/>
          <p:cNvSpPr>
            <a:spLocks noGrp="1"/>
          </p:cNvSpPr>
          <p:nvPr>
            <p:ph type="body"/>
          </p:nvPr>
        </p:nvSpPr>
        <p:spPr>
          <a:xfrm>
            <a:off x="720000" y="4680000"/>
            <a:ext cx="6120000" cy="504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216000" indent="-216000" algn="l">
              <a:buNone/>
            </a:pPr>
            <a:r>
              <a:rPr lang="ro-RO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Din ce este compus proiectul:</a:t>
            </a:r>
          </a:p>
          <a:p>
            <a:pPr marL="216000" indent="-216000" algn="l">
              <a:buNone/>
            </a:pPr>
            <a:r>
              <a:rPr lang="ro-RO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- Patru servicii principale:</a:t>
            </a:r>
          </a:p>
          <a:p>
            <a:pPr marL="216000" indent="-216000" algn="l">
              <a:buNone/>
            </a:pPr>
            <a:r>
              <a:rPr lang="ro-RO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	- bot telegram;</a:t>
            </a:r>
          </a:p>
          <a:p>
            <a:pPr marL="216000" indent="-216000" algn="l">
              <a:buNone/>
            </a:pPr>
            <a:r>
              <a:rPr lang="ro-RO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	- orchestrator: managerul sistemului, interfața de cooperare user-worker;</a:t>
            </a:r>
          </a:p>
          <a:p>
            <a:pPr marL="216000" indent="-216000" algn="l">
              <a:buNone/>
            </a:pPr>
            <a:r>
              <a:rPr lang="ro-RO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	- worker: serviciul care efectuază lucrul principal;</a:t>
            </a:r>
          </a:p>
          <a:p>
            <a:pPr marL="216000" indent="-216000" algn="l">
              <a:buNone/>
            </a:pPr>
            <a:r>
              <a:rPr lang="ro-RO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	- Redis: sistemul de queue;</a:t>
            </a:r>
          </a:p>
          <a:p>
            <a:pPr marL="216000" indent="-216000" algn="l">
              <a:buNone/>
            </a:pPr>
            <a:r>
              <a:rPr lang="ro-RO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- Separarea pe servicii permite rularea independentă și izolarea eșecurilor;</a:t>
            </a:r>
          </a:p>
          <a:p>
            <a:pPr marL="216000" indent="-216000" algn="l">
              <a:buNone/>
            </a:pPr>
            <a:r>
              <a:rPr lang="ro-RO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- Orchestratorul este bazat pe FastAPI, observă ciclul de viață; Worker-ul execută job-ul;</a:t>
            </a:r>
          </a:p>
          <a:p>
            <a:pPr marL="216000" indent="-216000" algn="l">
              <a:buNone/>
            </a:pPr>
            <a:r>
              <a:rPr lang="ro-RO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- Datele stocate be disc: ...;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720725" y="900113"/>
            <a:ext cx="6119813" cy="3441700"/>
          </a:xfrm>
          <a:prstGeom prst="rect">
            <a:avLst/>
          </a:prstGeom>
          <a:ln w="0">
            <a:noFill/>
          </a:ln>
        </p:spPr>
      </p:sp>
      <p:sp>
        <p:nvSpPr>
          <p:cNvPr id="75" name="PlaceHolder 2"/>
          <p:cNvSpPr>
            <a:spLocks noGrp="1"/>
          </p:cNvSpPr>
          <p:nvPr>
            <p:ph type="body"/>
          </p:nvPr>
        </p:nvSpPr>
        <p:spPr>
          <a:xfrm>
            <a:off x="720000" y="4680000"/>
            <a:ext cx="6120000" cy="504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216000" indent="-216000" algn="l">
              <a:buNone/>
            </a:pPr>
            <a:r>
              <a:rPr lang="ro-RO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Din ce este compus pipeline-ul:</a:t>
            </a:r>
          </a:p>
          <a:p>
            <a:pPr marL="216000" indent="-216000" algn="l">
              <a:buNone/>
            </a:pPr>
            <a:r>
              <a:rPr lang="ro-RO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- Worker-ul:</a:t>
            </a:r>
          </a:p>
          <a:p>
            <a:pPr marL="216000" indent="-216000" algn="l">
              <a:buNone/>
            </a:pPr>
            <a:r>
              <a:rPr lang="ro-RO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	- Rulează job-urile, salvează rezultatele pe disc în: SQLite + fișiere pe disc (rezulatatele OpenRouter, site cache);</a:t>
            </a:r>
          </a:p>
          <a:p>
            <a:pPr marL="216000" indent="-216000" algn="l">
              <a:buNone/>
            </a:pPr>
            <a:r>
              <a:rPr lang="ro-RO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	- Job-urile sunt executate secvențial de 6 agenți. Agenții LLM sunt subliniați;</a:t>
            </a:r>
          </a:p>
          <a:p>
            <a:pPr marL="216000" indent="-216000" algn="l">
              <a:buNone/>
            </a:pPr>
            <a:r>
              <a:rPr lang="ro-RO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- Botul telegram:</a:t>
            </a:r>
          </a:p>
          <a:p>
            <a:pPr marL="216000" indent="-216000" algn="l">
              <a:buNone/>
            </a:pPr>
            <a:r>
              <a:rPr lang="ro-RO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	- Operează cu orchestractorul prin HTTP API + își salvează datele sale pe disc – bot_configs.json (configurațiile posibile + cele active);</a:t>
            </a:r>
          </a:p>
          <a:p>
            <a:pPr marL="216000" indent="-216000" algn="l">
              <a:buNone/>
            </a:pPr>
            <a:r>
              <a:rPr lang="ro-RO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- Orchestratorul:</a:t>
            </a:r>
          </a:p>
          <a:p>
            <a:pPr marL="216000" indent="-216000" algn="l">
              <a:buNone/>
            </a:pPr>
            <a:r>
              <a:rPr lang="ro-RO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	- Expune HTTP API CRUD (Create Read Update Delete) a job-urilor, numai că fără Delete;</a:t>
            </a:r>
          </a:p>
          <a:p>
            <a:pPr marL="216000" indent="-216000" algn="l">
              <a:buNone/>
            </a:pPr>
            <a:r>
              <a:rPr lang="ro-RO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	- Botul telegram pune job-urile în queue prin API, apoi le sondează și așteaptă rezulatul prin API;</a:t>
            </a:r>
          </a:p>
          <a:p>
            <a:pPr marL="216000" indent="-216000" algn="l">
              <a:buNone/>
            </a:pPr>
            <a:r>
              <a:rPr lang="ro-RO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	- Joburile noi sunt puse în Redis queue, de unde le preia worker-ul;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720725" y="900113"/>
            <a:ext cx="6119813" cy="3441700"/>
          </a:xfrm>
          <a:prstGeom prst="rect">
            <a:avLst/>
          </a:prstGeom>
          <a:ln w="0">
            <a:noFill/>
          </a:ln>
        </p:spPr>
      </p:sp>
      <p:sp>
        <p:nvSpPr>
          <p:cNvPr id="77" name="PlaceHolder 2"/>
          <p:cNvSpPr>
            <a:spLocks noGrp="1"/>
          </p:cNvSpPr>
          <p:nvPr>
            <p:ph type="body"/>
          </p:nvPr>
        </p:nvSpPr>
        <p:spPr>
          <a:xfrm>
            <a:off x="720000" y="4680000"/>
            <a:ext cx="6120000" cy="504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216000" indent="-216000" algn="l">
              <a:buNone/>
            </a:pPr>
            <a:r>
              <a:rPr lang="ro-RO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Cum au fost rulate experimentele:</a:t>
            </a:r>
          </a:p>
          <a:p>
            <a:pPr marL="216000" indent="-216000" algn="l">
              <a:buNone/>
            </a:pPr>
            <a:r>
              <a:rPr lang="ro-RO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- 9 configurații: 2xClaude, 2xDeepSeek, 2xGPT, Gemini, Gemma, Llama;</a:t>
            </a:r>
          </a:p>
          <a:p>
            <a:pPr marL="216000" indent="-216000" algn="l">
              <a:buNone/>
            </a:pPr>
            <a:r>
              <a:rPr lang="ro-RO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- Rulări: 9 configurații, 7 link-uri, 3 repetări per link;</a:t>
            </a:r>
          </a:p>
          <a:p>
            <a:pPr marL="216000" indent="-216000" algn="l">
              <a:buNone/>
            </a:pPr>
            <a:endParaRPr lang="ro-RO" sz="20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720000" y="900000"/>
            <a:ext cx="6120000" cy="3441600"/>
          </a:xfrm>
          <a:prstGeom prst="rect">
            <a:avLst/>
          </a:prstGeom>
          <a:ln w="0">
            <a:noFill/>
          </a:ln>
        </p:spPr>
      </p:sp>
      <p:sp>
        <p:nvSpPr>
          <p:cNvPr id="79" name="PlaceHolder 2"/>
          <p:cNvSpPr>
            <a:spLocks noGrp="1"/>
          </p:cNvSpPr>
          <p:nvPr>
            <p:ph type="body"/>
          </p:nvPr>
        </p:nvSpPr>
        <p:spPr>
          <a:xfrm>
            <a:off x="720000" y="4680000"/>
            <a:ext cx="6120000" cy="504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216000" indent="-216000" algn="l">
              <a:buNone/>
            </a:pPr>
            <a:r>
              <a:rPr lang="ro-RO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- Cantitatea ieșirii/intrării promp-utilor sunt calculate în token-uri;</a:t>
            </a:r>
          </a:p>
          <a:p>
            <a:pPr marL="216000" indent="-216000" algn="l">
              <a:buNone/>
            </a:pPr>
            <a:r>
              <a:rPr lang="ro-RO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- 1 token != 1 caracter;</a:t>
            </a:r>
          </a:p>
          <a:p>
            <a:pPr marL="216000" indent="-216000" algn="l">
              <a:buNone/>
            </a:pPr>
            <a:r>
              <a:rPr lang="ro-RO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- Numărul de caractere ieșire/intrare variază cu 44%;</a:t>
            </a:r>
          </a:p>
          <a:p>
            <a:pPr marL="216000" indent="-216000" algn="l">
              <a:buNone/>
            </a:pPr>
            <a:r>
              <a:rPr lang="ro-RO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- Numărul de token-uri variază cu 1200%;</a:t>
            </a:r>
          </a:p>
          <a:p>
            <a:pPr marL="216000" indent="-216000" algn="l">
              <a:buNone/>
            </a:pPr>
            <a:r>
              <a:rPr lang="ro-RO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- Cauza: tokenizator. Tokenizatorul transformă cuvintele în numere cu care rulează LLM-urile, apoi înapoi în cuvinte;</a:t>
            </a:r>
          </a:p>
          <a:p>
            <a:pPr marL="216000" indent="-216000" algn="l">
              <a:buNone/>
            </a:pPr>
            <a:r>
              <a:rPr lang="ro-RO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- Rezultat: Fiecare LLM interpretează cuvintele în felul său -&gt; Unele LLM-uri operează cu cantități diferite de token-uri;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720000" y="900000"/>
            <a:ext cx="6120000" cy="3441600"/>
          </a:xfrm>
          <a:prstGeom prst="rect">
            <a:avLst/>
          </a:prstGeom>
          <a:ln w="0">
            <a:noFill/>
          </a:ln>
        </p:spPr>
      </p:sp>
      <p:sp>
        <p:nvSpPr>
          <p:cNvPr id="81" name="PlaceHolder 2"/>
          <p:cNvSpPr>
            <a:spLocks noGrp="1"/>
          </p:cNvSpPr>
          <p:nvPr>
            <p:ph type="body"/>
          </p:nvPr>
        </p:nvSpPr>
        <p:spPr>
          <a:xfrm>
            <a:off x="720000" y="4680000"/>
            <a:ext cx="6120000" cy="504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216000" indent="-216000" algn="l">
              <a:buNone/>
            </a:pPr>
            <a:r>
              <a:rPr lang="ro-RO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Trei tipuri de eșecuri:</a:t>
            </a:r>
          </a:p>
          <a:p>
            <a:pPr marL="216000" indent="-216000" algn="l">
              <a:buNone/>
            </a:pPr>
            <a:r>
              <a:rPr lang="ro-RO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	- Eșuat-apoi-reușit: ex.: apelul LLM a eșuat prima dată, a reușit a doua dată (dacă un apel LLM eșuază prima dată, al doilea apel include și eroarea eșecului);</a:t>
            </a:r>
          </a:p>
          <a:p>
            <a:pPr marL="216000" indent="-216000" algn="l">
              <a:buNone/>
            </a:pPr>
            <a:r>
              <a:rPr lang="ro-RO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	- Eșec dur: ambele apeluri au eșuat;</a:t>
            </a:r>
          </a:p>
          <a:p>
            <a:pPr marL="216000" indent="-216000" algn="l">
              <a:buNone/>
            </a:pPr>
            <a:r>
              <a:rPr lang="ro-RO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	- Eșec moale: specific agentului `pricer`. Ambele eșecuri LLM nu generează o excepție, dar marchează că au fost eșuate;</a:t>
            </a:r>
          </a:p>
          <a:p>
            <a:pPr marL="216000" indent="-216000" algn="l">
              <a:buNone/>
            </a:pPr>
            <a:r>
              <a:rPr lang="ro-RO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S-au observat 0 eșecuri dure și moale, 2 reîncercări. Rezultat: LLM-urile moderne se adveră foarte bine disciplinei JSON;</a:t>
            </a:r>
          </a:p>
          <a:p>
            <a:pPr marL="216000" indent="-216000" algn="l">
              <a:buNone/>
            </a:pPr>
            <a:endParaRPr lang="ro-RO" sz="20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216000" indent="-216000" algn="l">
              <a:buNone/>
            </a:pPr>
            <a:r>
              <a:rPr lang="ro-RO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Latența:</a:t>
            </a:r>
          </a:p>
          <a:p>
            <a:pPr marL="216000" indent="-216000" algn="l">
              <a:buNone/>
            </a:pPr>
            <a:r>
              <a:rPr lang="ro-RO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- În acest caz, latența este măsurată și pentru modelele LLM, și pentru provideri diferiți;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720000" y="900000"/>
            <a:ext cx="6120000" cy="3441600"/>
          </a:xfrm>
          <a:prstGeom prst="rect">
            <a:avLst/>
          </a:prstGeom>
          <a:ln w="0">
            <a:noFill/>
          </a:ln>
        </p:spPr>
      </p:sp>
      <p:sp>
        <p:nvSpPr>
          <p:cNvPr id="83" name="PlaceHolder 2"/>
          <p:cNvSpPr>
            <a:spLocks noGrp="1"/>
          </p:cNvSpPr>
          <p:nvPr>
            <p:ph type="body"/>
          </p:nvPr>
        </p:nvSpPr>
        <p:spPr>
          <a:xfrm>
            <a:off x="720000" y="4680000"/>
            <a:ext cx="6120000" cy="504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216000" indent="-216000" algn="l">
              <a:buNone/>
            </a:pPr>
            <a:r>
              <a:rPr lang="ro-RO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- Agentul `pricer` crează un preț nou pentru produs;</a:t>
            </a:r>
          </a:p>
          <a:p>
            <a:pPr marL="216000" indent="-216000" algn="l">
              <a:buNone/>
            </a:pPr>
            <a:r>
              <a:rPr lang="ro-RO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- Prețul nou nu reflectă costurile de livrare și import;</a:t>
            </a:r>
          </a:p>
          <a:p>
            <a:pPr marL="216000" indent="-216000" algn="l">
              <a:buNone/>
            </a:pPr>
            <a:r>
              <a:rPr lang="ro-RO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- Reflectă cât de mult prețul poate fi ridicat. Așa numit „vibe-pricing”;</a:t>
            </a:r>
          </a:p>
          <a:p>
            <a:pPr marL="216000" indent="-216000" algn="l">
              <a:buNone/>
            </a:pPr>
            <a:endParaRPr lang="ro-RO" sz="20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216000" indent="-216000" algn="l">
              <a:buNone/>
            </a:pPr>
            <a:r>
              <a:rPr lang="ro-RO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El este cerut să noteze 5 parametri în intervalul [-5; +5];</a:t>
            </a:r>
          </a:p>
          <a:p>
            <a:pPr marL="216000" indent="-216000" algn="l">
              <a:buNone/>
            </a:pPr>
            <a:r>
              <a:rPr lang="ro-RO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În general LLM-urile preferă să ridice prețul;</a:t>
            </a:r>
          </a:p>
          <a:p>
            <a:pPr marL="216000" indent="-216000" algn="l">
              <a:buNone/>
            </a:pPr>
            <a:r>
              <a:rPr lang="ro-RO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Cel puțin, poate depinde de promptul folosit;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720000" y="900000"/>
            <a:ext cx="6120000" cy="3441600"/>
          </a:xfrm>
          <a:prstGeom prst="rect">
            <a:avLst/>
          </a:prstGeom>
          <a:ln w="0">
            <a:noFill/>
          </a:ln>
        </p:spPr>
      </p:sp>
      <p:sp>
        <p:nvSpPr>
          <p:cNvPr id="85" name="PlaceHolder 2"/>
          <p:cNvSpPr>
            <a:spLocks noGrp="1"/>
          </p:cNvSpPr>
          <p:nvPr>
            <p:ph type="body"/>
          </p:nvPr>
        </p:nvSpPr>
        <p:spPr>
          <a:xfrm>
            <a:off x="720000" y="4680000"/>
            <a:ext cx="6120000" cy="504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216000" indent="-216000" algn="l">
              <a:buNone/>
            </a:pPr>
            <a:r>
              <a:rPr lang="ro-RO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Graficul din stânga:</a:t>
            </a:r>
          </a:p>
          <a:p>
            <a:pPr marL="216000" indent="-216000" algn="l">
              <a:buNone/>
            </a:pPr>
            <a:r>
              <a:rPr lang="ro-RO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- Chiar dacă costul per-token al Deepsek este mic, numărul de tokeni de ieșire este foarte ridicat.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Midnight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360000" y="225720"/>
            <a:ext cx="9360000" cy="718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l">
              <a:buNone/>
            </a:pPr>
            <a:endParaRPr lang="ro-RO" sz="3200" b="1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/>
          </p:nvPr>
        </p:nvSpPr>
        <p:spPr>
          <a:xfrm>
            <a:off x="360000" y="1485000"/>
            <a:ext cx="9360000" cy="378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 algn="l">
              <a:spcAft>
                <a:spcPts val="1057"/>
              </a:spcAft>
              <a:buNone/>
            </a:pPr>
            <a:endParaRPr lang="ro-RO" sz="2400" b="1" u="none" strike="noStrike">
              <a:solidFill>
                <a:srgbClr val="2C3E50"/>
              </a:solidFill>
              <a:effectLst/>
              <a:uFillTx/>
              <a:latin typeface="Noto Sans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3DBAB9FB-D281-48F3-9751-C2F51EF4A3D8}" type="slidenum"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Midnightblue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360000" y="225720"/>
            <a:ext cx="9360000" cy="718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l">
              <a:buNone/>
            </a:pPr>
            <a:endParaRPr lang="ro-RO" sz="3200" b="1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subTitle"/>
          </p:nvPr>
        </p:nvSpPr>
        <p:spPr>
          <a:xfrm>
            <a:off x="360000" y="1485000"/>
            <a:ext cx="9360000" cy="378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algn="ctr">
              <a:buNone/>
            </a:pPr>
            <a:endParaRPr lang="ro-RO" sz="3200" b="0" u="none" strike="noStrike">
              <a:solidFill>
                <a:srgbClr val="2C3E50"/>
              </a:solidFill>
              <a:effectLst/>
              <a:uFillTx/>
              <a:latin typeface="Noto Sans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604FCA59-A1DB-4644-B685-1B3C1E92C5FF}" type="slidenum"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_rels/slideMaster3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5400000"/>
            <a:ext cx="10080000" cy="270000"/>
          </a:xfrm>
          <a:prstGeom prst="rect">
            <a:avLst/>
          </a:prstGeom>
          <a:solidFill>
            <a:srgbClr val="2C3E5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spAutoFit/>
          </a:bodyPr>
          <a:lstStyle/>
          <a:p>
            <a:endParaRPr lang="ro-RO" sz="1400" b="1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080000" cy="1215000"/>
          </a:xfrm>
          <a:prstGeom prst="rect">
            <a:avLst/>
          </a:prstGeom>
          <a:solidFill>
            <a:srgbClr val="2C3E5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spAutoFit/>
          </a:bodyPr>
          <a:lstStyle/>
          <a:p>
            <a:endParaRPr lang="ro-RO" sz="1400" b="1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  <p:sp>
        <p:nvSpPr>
          <p:cNvPr id="4" name="Oval 3"/>
          <p:cNvSpPr/>
          <p:nvPr/>
        </p:nvSpPr>
        <p:spPr>
          <a:xfrm>
            <a:off x="9315000" y="5175000"/>
            <a:ext cx="450000" cy="450000"/>
          </a:xfrm>
          <a:prstGeom prst="ellipse">
            <a:avLst/>
          </a:prstGeom>
          <a:solidFill>
            <a:srgbClr val="1ABC9C"/>
          </a:solidFill>
          <a:ln w="0">
            <a:solidFill>
              <a:srgbClr val="1ABC9C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spAutoFit/>
          </a:bodyPr>
          <a:lstStyle/>
          <a:p>
            <a:endParaRPr lang="ro-RO" sz="1400" b="1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360000" y="225720"/>
            <a:ext cx="9360000" cy="718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defRPr lang="ro-RO" sz="3200" b="1" u="none" strike="noStrike">
                <a:solidFill>
                  <a:srgbClr val="FFFFFF"/>
                </a:solidFill>
                <a:effectLst/>
                <a:uFillTx/>
                <a:latin typeface="Noto Sans"/>
              </a:defRPr>
            </a:lvl1pPr>
          </a:lstStyle>
          <a:p>
            <a:pPr indent="0" algn="l">
              <a:buNone/>
            </a:pPr>
            <a:r>
              <a:rPr lang="ro-RO" sz="3200" b="1" u="none" strike="noStrike">
                <a:solidFill>
                  <a:srgbClr val="FFFFFF"/>
                </a:solidFill>
                <a:effectLst/>
                <a:uFillTx/>
                <a:latin typeface="Noto Sans"/>
              </a:rPr>
              <a:t>Click to edit the title text format</a:t>
            </a:r>
          </a:p>
        </p:txBody>
      </p:sp>
      <p:sp>
        <p:nvSpPr>
          <p:cNvPr id="6" name="PlaceHolder 2"/>
          <p:cNvSpPr>
            <a:spLocks noGrp="1"/>
          </p:cNvSpPr>
          <p:nvPr>
            <p:ph type="body"/>
          </p:nvPr>
        </p:nvSpPr>
        <p:spPr>
          <a:xfrm>
            <a:off x="360000" y="1485000"/>
            <a:ext cx="9360000" cy="378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Aft>
                <a:spcPts val="1057"/>
              </a:spcAft>
              <a:buClr>
                <a:srgbClr val="2C3E50"/>
              </a:buClr>
              <a:buSzPct val="45000"/>
              <a:buFont typeface="Wingdings" charset="2"/>
              <a:buChar char=""/>
              <a:defRPr lang="ro-RO" sz="2400" b="1" u="none" strike="noStrike">
                <a:solidFill>
                  <a:srgbClr val="2C3E50"/>
                </a:solidFill>
                <a:effectLst/>
                <a:uFillTx/>
                <a:latin typeface="Noto Sans"/>
              </a:defRPr>
            </a:lvl1pPr>
            <a:lvl2pPr lvl="1" algn="l">
              <a:spcAft>
                <a:spcPts val="850"/>
              </a:spcAft>
              <a:buClr>
                <a:srgbClr val="2C3E50"/>
              </a:buClr>
              <a:buSzPct val="75000"/>
              <a:buFont typeface="Symbol" charset="2"/>
              <a:buChar char=""/>
              <a:defRPr lang="ro-RO" sz="2100" b="0" u="none" strike="noStrike">
                <a:solidFill>
                  <a:srgbClr val="2C3E50"/>
                </a:solidFill>
                <a:effectLst/>
                <a:uFillTx/>
                <a:latin typeface="Noto Sans"/>
              </a:defRPr>
            </a:lvl2pPr>
            <a:lvl3pPr lvl="2" algn="l">
              <a:spcAft>
                <a:spcPts val="635"/>
              </a:spcAft>
              <a:buClr>
                <a:srgbClr val="2C3E50"/>
              </a:buClr>
              <a:buSzPct val="45000"/>
              <a:buFont typeface="Wingdings" charset="2"/>
              <a:buChar char=""/>
              <a:defRPr lang="ro-RO" sz="1800" b="0" u="none" strike="noStrike">
                <a:solidFill>
                  <a:srgbClr val="2C3E50"/>
                </a:solidFill>
                <a:effectLst/>
                <a:uFillTx/>
                <a:latin typeface="Noto Sans"/>
              </a:defRPr>
            </a:lvl3pPr>
            <a:lvl4pPr lvl="3" algn="l">
              <a:spcAft>
                <a:spcPts val="425"/>
              </a:spcAft>
              <a:buClr>
                <a:srgbClr val="2C3E50"/>
              </a:buClr>
              <a:buSzPct val="75000"/>
              <a:buFont typeface="Symbol" charset="2"/>
              <a:buChar char=""/>
              <a:defRPr lang="ro-RO" sz="1500" b="0" u="none" strike="noStrike">
                <a:solidFill>
                  <a:srgbClr val="2C3E50"/>
                </a:solidFill>
                <a:effectLst/>
                <a:uFillTx/>
                <a:latin typeface="Noto Sans"/>
              </a:defRPr>
            </a:lvl4pPr>
            <a:lvl5pPr lvl="4" algn="l">
              <a:spcAft>
                <a:spcPts val="213"/>
              </a:spcAft>
              <a:buClr>
                <a:srgbClr val="2C3E50"/>
              </a:buClr>
              <a:buSzPct val="45000"/>
              <a:buFont typeface="Wingdings" charset="2"/>
              <a:buChar char=""/>
              <a:defRPr lang="ro-RO" sz="1500" b="0" u="none" strike="noStrike">
                <a:solidFill>
                  <a:srgbClr val="2C3E50"/>
                </a:solidFill>
                <a:effectLst/>
                <a:uFillTx/>
                <a:latin typeface="Noto Sans"/>
              </a:defRPr>
            </a:lvl5pPr>
            <a:lvl6pPr lvl="5" algn="l">
              <a:spcAft>
                <a:spcPts val="213"/>
              </a:spcAft>
              <a:buClr>
                <a:srgbClr val="2C3E50"/>
              </a:buClr>
              <a:buSzPct val="45000"/>
              <a:buFont typeface="Wingdings" charset="2"/>
              <a:buChar char=""/>
              <a:defRPr lang="ro-RO" sz="1500" b="0" u="none" strike="noStrike">
                <a:solidFill>
                  <a:srgbClr val="2C3E50"/>
                </a:solidFill>
                <a:effectLst/>
                <a:uFillTx/>
                <a:latin typeface="Noto Sans"/>
              </a:defRPr>
            </a:lvl6pPr>
            <a:lvl7pPr lvl="6" algn="l">
              <a:spcAft>
                <a:spcPts val="213"/>
              </a:spcAft>
              <a:buClr>
                <a:srgbClr val="2C3E50"/>
              </a:buClr>
              <a:buSzPct val="45000"/>
              <a:buFont typeface="Wingdings" charset="2"/>
              <a:buChar char=""/>
              <a:defRPr lang="ro-RO" sz="1500" b="0" u="none" strike="noStrike">
                <a:solidFill>
                  <a:srgbClr val="2C3E50"/>
                </a:solidFill>
                <a:effectLst/>
                <a:uFillTx/>
                <a:latin typeface="Noto Sans"/>
              </a:defRPr>
            </a:lvl7pPr>
          </a:lstStyle>
          <a:p>
            <a:pPr marL="432000" indent="-324000" algn="l">
              <a:spcAft>
                <a:spcPts val="1057"/>
              </a:spcAft>
              <a:buClr>
                <a:srgbClr val="2C3E50"/>
              </a:buClr>
              <a:buSzPct val="45000"/>
              <a:buFont typeface="Wingdings" charset="2"/>
              <a:buChar char=""/>
            </a:pPr>
            <a:r>
              <a:rPr lang="ro-RO" sz="2400" b="1" u="none" strike="noStrike">
                <a:solidFill>
                  <a:srgbClr val="2C3E50"/>
                </a:solidFill>
                <a:effectLst/>
                <a:uFillTx/>
                <a:latin typeface="Noto Sans"/>
              </a:rPr>
              <a:t>Click to edit the outline text format</a:t>
            </a:r>
          </a:p>
          <a:p>
            <a:pPr marL="864000" lvl="1" indent="-324000" algn="l">
              <a:spcAft>
                <a:spcPts val="850"/>
              </a:spcAft>
              <a:buClr>
                <a:srgbClr val="2C3E50"/>
              </a:buClr>
              <a:buSzPct val="75000"/>
              <a:buFont typeface="Symbol" charset="2"/>
              <a:buChar char=""/>
            </a:pPr>
            <a:r>
              <a:rPr lang="ro-RO" sz="2100" b="0" u="none" strike="noStrike">
                <a:solidFill>
                  <a:srgbClr val="2C3E50"/>
                </a:solidFill>
                <a:effectLst/>
                <a:uFillTx/>
                <a:latin typeface="Noto Sans"/>
              </a:rPr>
              <a:t>Second Outline Level</a:t>
            </a:r>
          </a:p>
          <a:p>
            <a:pPr marL="1296000" lvl="2" indent="-288000" algn="l">
              <a:spcAft>
                <a:spcPts val="635"/>
              </a:spcAft>
              <a:buClr>
                <a:srgbClr val="2C3E50"/>
              </a:buClr>
              <a:buSzPct val="45000"/>
              <a:buFont typeface="Wingdings" charset="2"/>
              <a:buChar char=""/>
            </a:pPr>
            <a:r>
              <a:rPr lang="ro-RO" sz="1800" b="0" u="none" strike="noStrike">
                <a:solidFill>
                  <a:srgbClr val="2C3E50"/>
                </a:solidFill>
                <a:effectLst/>
                <a:uFillTx/>
                <a:latin typeface="Noto Sans"/>
              </a:rPr>
              <a:t>Third Outline Level</a:t>
            </a:r>
          </a:p>
          <a:p>
            <a:pPr marL="1728000" lvl="3" indent="-216000" algn="l">
              <a:spcAft>
                <a:spcPts val="425"/>
              </a:spcAft>
              <a:buClr>
                <a:srgbClr val="2C3E50"/>
              </a:buClr>
              <a:buSzPct val="75000"/>
              <a:buFont typeface="Symbol" charset="2"/>
              <a:buChar char=""/>
            </a:pPr>
            <a:r>
              <a:rPr lang="ro-RO" sz="1500" b="0" u="none" strike="noStrike">
                <a:solidFill>
                  <a:srgbClr val="2C3E50"/>
                </a:solidFill>
                <a:effectLst/>
                <a:uFillTx/>
                <a:latin typeface="Noto Sans"/>
              </a:rPr>
              <a:t>Fourth Outline Level</a:t>
            </a:r>
          </a:p>
          <a:p>
            <a:pPr marL="2160000" lvl="4" indent="-216000" algn="l">
              <a:spcAft>
                <a:spcPts val="213"/>
              </a:spcAft>
              <a:buClr>
                <a:srgbClr val="2C3E50"/>
              </a:buClr>
              <a:buSzPct val="45000"/>
              <a:buFont typeface="Wingdings" charset="2"/>
              <a:buChar char=""/>
            </a:pPr>
            <a:r>
              <a:rPr lang="ro-RO" sz="1500" b="0" u="none" strike="noStrike">
                <a:solidFill>
                  <a:srgbClr val="2C3E50"/>
                </a:solidFill>
                <a:effectLst/>
                <a:uFillTx/>
                <a:latin typeface="Noto Sans"/>
              </a:rPr>
              <a:t>Fifth Outline Level</a:t>
            </a:r>
          </a:p>
          <a:p>
            <a:pPr marL="2592000" lvl="5" indent="-216000" algn="l">
              <a:spcAft>
                <a:spcPts val="213"/>
              </a:spcAft>
              <a:buClr>
                <a:srgbClr val="2C3E50"/>
              </a:buClr>
              <a:buSzPct val="45000"/>
              <a:buFont typeface="Wingdings" charset="2"/>
              <a:buChar char=""/>
            </a:pPr>
            <a:r>
              <a:rPr lang="ro-RO" sz="1500" b="0" u="none" strike="noStrike">
                <a:solidFill>
                  <a:srgbClr val="2C3E50"/>
                </a:solidFill>
                <a:effectLst/>
                <a:uFillTx/>
                <a:latin typeface="Noto Sans"/>
              </a:rPr>
              <a:t>Sixth Outline Level</a:t>
            </a:r>
          </a:p>
          <a:p>
            <a:pPr marL="3024000" lvl="6" indent="-216000" algn="l">
              <a:spcAft>
                <a:spcPts val="213"/>
              </a:spcAft>
              <a:buClr>
                <a:srgbClr val="2C3E50"/>
              </a:buClr>
              <a:buSzPct val="45000"/>
              <a:buFont typeface="Wingdings" charset="2"/>
              <a:buChar char=""/>
            </a:pPr>
            <a:r>
              <a:rPr lang="ro-RO" sz="1500" b="0" u="none" strike="noStrike">
                <a:solidFill>
                  <a:srgbClr val="2C3E50"/>
                </a:solidFill>
                <a:effectLst/>
                <a:uFillTx/>
                <a:latin typeface="Noto Sans"/>
              </a:rPr>
              <a:t>Seventh Outline Level</a:t>
            </a:r>
          </a:p>
        </p:txBody>
      </p:sp>
      <p:sp>
        <p:nvSpPr>
          <p:cNvPr id="7" name="PlaceHolder 3"/>
          <p:cNvSpPr>
            <a:spLocks noGrp="1"/>
          </p:cNvSpPr>
          <p:nvPr>
            <p:ph type="dt" idx="1"/>
          </p:nvPr>
        </p:nvSpPr>
        <p:spPr>
          <a:xfrm>
            <a:off x="360000" y="5400000"/>
            <a:ext cx="2880000" cy="311400"/>
          </a:xfrm>
          <a:prstGeom prst="rect">
            <a:avLst/>
          </a:prstGeom>
          <a:noFill/>
          <a:ln w="72000">
            <a:noFill/>
          </a:ln>
        </p:spPr>
        <p:txBody>
          <a:bodyPr lIns="0" tIns="0" rIns="0" bIns="0" anchor="t">
            <a:spAutoFit/>
          </a:bodyPr>
          <a:lstStyle>
            <a:lvl1pPr indent="0" algn="l">
              <a:buNone/>
              <a:defRPr lang="ro-RO" sz="1800" b="1" u="none" strike="noStrike">
                <a:solidFill>
                  <a:srgbClr val="FFFFFF"/>
                </a:solidFill>
                <a:effectLst/>
                <a:uFillTx/>
                <a:latin typeface="Noto Sans"/>
              </a:defRPr>
            </a:lvl1pPr>
          </a:lstStyle>
          <a:p>
            <a:pPr indent="0" algn="l">
              <a:buNone/>
            </a:pPr>
            <a:r>
              <a:rPr lang="ro-RO" sz="1800" b="1" u="none" strike="noStrike">
                <a:solidFill>
                  <a:srgbClr val="FFFFFF"/>
                </a:solidFill>
                <a:effectLst/>
                <a:uFillTx/>
                <a:latin typeface="Noto Sans"/>
              </a:rPr>
              <a:t>&lt;date/time&gt;</a:t>
            </a:r>
          </a:p>
        </p:txBody>
      </p:sp>
      <p:sp>
        <p:nvSpPr>
          <p:cNvPr id="8" name="PlaceHolder 4"/>
          <p:cNvSpPr>
            <a:spLocks noGrp="1"/>
          </p:cNvSpPr>
          <p:nvPr>
            <p:ph type="ftr" idx="2"/>
          </p:nvPr>
        </p:nvSpPr>
        <p:spPr>
          <a:xfrm>
            <a:off x="3420000" y="5400000"/>
            <a:ext cx="3240000" cy="311400"/>
          </a:xfrm>
          <a:prstGeom prst="rect">
            <a:avLst/>
          </a:prstGeom>
          <a:noFill/>
          <a:ln w="72000">
            <a:noFill/>
          </a:ln>
        </p:spPr>
        <p:txBody>
          <a:bodyPr lIns="0" tIns="0" rIns="0" bIns="0" anchor="t">
            <a:spAutoFit/>
          </a:bodyPr>
          <a:lstStyle>
            <a:lvl1pPr indent="0" algn="ctr">
              <a:buNone/>
              <a:defRPr lang="ro-RO" sz="1800" b="1" u="none" strike="noStrike">
                <a:solidFill>
                  <a:srgbClr val="FFFFFF"/>
                </a:solidFill>
                <a:effectLst/>
                <a:uFillTx/>
                <a:latin typeface="Noto Sans"/>
              </a:defRPr>
            </a:lvl1pPr>
          </a:lstStyle>
          <a:p>
            <a:pPr indent="0" algn="ctr">
              <a:buNone/>
            </a:pPr>
            <a:r>
              <a:rPr lang="ro-RO" sz="1800" b="1" u="none" strike="noStrike">
                <a:solidFill>
                  <a:srgbClr val="FFFFFF"/>
                </a:solidFill>
                <a:effectLst/>
                <a:uFillTx/>
                <a:latin typeface="Noto Sans"/>
              </a:rPr>
              <a:t>&lt;footer&gt;</a:t>
            </a:r>
          </a:p>
        </p:txBody>
      </p:sp>
      <p:sp>
        <p:nvSpPr>
          <p:cNvPr id="9" name="PlaceHolder 5"/>
          <p:cNvSpPr>
            <a:spLocks noGrp="1"/>
          </p:cNvSpPr>
          <p:nvPr>
            <p:ph type="sldNum" idx="3"/>
          </p:nvPr>
        </p:nvSpPr>
        <p:spPr>
          <a:xfrm>
            <a:off x="9180000" y="5175000"/>
            <a:ext cx="720000" cy="450000"/>
          </a:xfrm>
          <a:prstGeom prst="rect">
            <a:avLst/>
          </a:prstGeom>
          <a:noFill/>
          <a:ln w="72000">
            <a:noFill/>
          </a:ln>
        </p:spPr>
        <p:txBody>
          <a:bodyPr lIns="0" tIns="0" rIns="0" bIns="0" anchor="ctr">
            <a:spAutoFit/>
          </a:bodyPr>
          <a:lstStyle>
            <a:lvl1pPr indent="0" algn="ctr">
              <a:buNone/>
              <a:defRPr lang="ro-RO" sz="1800" b="1" u="none" strike="noStrike">
                <a:solidFill>
                  <a:srgbClr val="FFFFFF"/>
                </a:solidFill>
                <a:effectLst/>
                <a:uFillTx/>
                <a:latin typeface="Noto Sans"/>
              </a:defRPr>
            </a:lvl1pPr>
          </a:lstStyle>
          <a:p>
            <a:pPr indent="0" algn="ctr">
              <a:buNone/>
            </a:pPr>
            <a:fld id="{D803878C-3262-4AC4-9A47-04CCD56AE20A}" type="slidenum">
              <a:rPr lang="ro-RO" sz="1800" b="1" u="none" strike="noStrike">
                <a:solidFill>
                  <a:srgbClr val="FFFFFF"/>
                </a:solidFill>
                <a:effectLst/>
                <a:uFillTx/>
                <a:latin typeface="Noto Sans"/>
              </a:rPr>
              <a:t>‹#›</a:t>
            </a:fld>
            <a:endParaRPr lang="ro-RO" sz="1800" b="1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0" y="0"/>
            <a:ext cx="10080000" cy="5670000"/>
          </a:xfrm>
          <a:prstGeom prst="rect">
            <a:avLst/>
          </a:prstGeom>
          <a:solidFill>
            <a:srgbClr val="2C3E5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spAutoFit/>
          </a:bodyPr>
          <a:lstStyle/>
          <a:p>
            <a:endParaRPr lang="ro-RO" sz="1400" b="1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0" y="0"/>
            <a:ext cx="10080000" cy="3780000"/>
          </a:xfrm>
          <a:prstGeom prst="rect">
            <a:avLst/>
          </a:prstGeom>
          <a:solidFill>
            <a:srgbClr val="1ABC9C"/>
          </a:solidFill>
          <a:ln w="0">
            <a:solidFill>
              <a:srgbClr val="1ABC9C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spAutoFit/>
          </a:bodyPr>
          <a:lstStyle/>
          <a:p>
            <a:endParaRPr lang="ro-RO" sz="1400" b="1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360000" y="2835000"/>
            <a:ext cx="9360000" cy="718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 anchorCtr="1">
            <a:noAutofit/>
          </a:bodyPr>
          <a:lstStyle>
            <a:lvl1pPr indent="0" algn="ctr">
              <a:buNone/>
              <a:defRPr lang="ro-RO" sz="3200" b="1" u="none" strike="noStrike">
                <a:solidFill>
                  <a:srgbClr val="FFFFFF"/>
                </a:solidFill>
                <a:effectLst/>
                <a:uFillTx/>
                <a:latin typeface="Noto Sans"/>
              </a:defRPr>
            </a:lvl1pPr>
          </a:lstStyle>
          <a:p>
            <a:pPr indent="0" algn="ctr">
              <a:buNone/>
            </a:pPr>
            <a:r>
              <a:rPr lang="ro-RO" sz="3200" b="1" u="none" strike="noStrike">
                <a:solidFill>
                  <a:srgbClr val="FFFFFF"/>
                </a:solidFill>
                <a:effectLst/>
                <a:uFillTx/>
                <a:latin typeface="Noto Sans"/>
              </a:rPr>
              <a:t>Click to edit the title text format</a:t>
            </a:r>
          </a:p>
        </p:txBody>
      </p:sp>
      <p:sp>
        <p:nvSpPr>
          <p:cNvPr id="15" name="PlaceHolder 2"/>
          <p:cNvSpPr>
            <a:spLocks noGrp="1"/>
          </p:cNvSpPr>
          <p:nvPr>
            <p:ph type="body"/>
          </p:nvPr>
        </p:nvSpPr>
        <p:spPr>
          <a:xfrm>
            <a:off x="360000" y="3915000"/>
            <a:ext cx="9360000" cy="1485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77500" lnSpcReduction="19999"/>
          </a:bodyPr>
          <a:lstStyle>
            <a:lvl1pPr indent="0" algn="l">
              <a:spcAft>
                <a:spcPts val="655"/>
              </a:spcAft>
              <a:defRPr lang="ro-RO" sz="1500" b="0" u="none" strike="noStrike">
                <a:solidFill>
                  <a:srgbClr val="FFFFFF"/>
                </a:solidFill>
                <a:effectLst/>
                <a:uFillTx/>
                <a:latin typeface="Noto Sans"/>
              </a:defRPr>
            </a:lvl1pPr>
            <a:lvl2pPr lvl="1" indent="0" algn="l">
              <a:spcAft>
                <a:spcPts val="850"/>
              </a:spcAft>
              <a:defRPr lang="ro-RO" sz="1500" b="0" u="none" strike="noStrike">
                <a:solidFill>
                  <a:srgbClr val="FFFFFF"/>
                </a:solidFill>
                <a:effectLst/>
                <a:uFillTx/>
                <a:latin typeface="Noto Sans"/>
              </a:defRPr>
            </a:lvl2pPr>
            <a:lvl3pPr lvl="2" indent="0" algn="l">
              <a:spcAft>
                <a:spcPts val="635"/>
              </a:spcAft>
              <a:defRPr lang="ro-RO" sz="1500" b="0" u="none" strike="noStrike">
                <a:solidFill>
                  <a:srgbClr val="FFFFFF"/>
                </a:solidFill>
                <a:effectLst/>
                <a:uFillTx/>
                <a:latin typeface="Noto Sans"/>
              </a:defRPr>
            </a:lvl3pPr>
            <a:lvl4pPr lvl="3" indent="0" algn="l">
              <a:spcAft>
                <a:spcPts val="425"/>
              </a:spcAft>
              <a:defRPr lang="ro-RO" sz="1500" b="0" u="none" strike="noStrike">
                <a:solidFill>
                  <a:srgbClr val="FFFFFF"/>
                </a:solidFill>
                <a:effectLst/>
                <a:uFillTx/>
                <a:latin typeface="Noto Sans"/>
              </a:defRPr>
            </a:lvl4pPr>
            <a:lvl5pPr lvl="4" indent="0" algn="l">
              <a:spcAft>
                <a:spcPts val="213"/>
              </a:spcAft>
              <a:defRPr lang="ro-RO" sz="1500" b="0" u="none" strike="noStrike">
                <a:solidFill>
                  <a:srgbClr val="FFFFFF"/>
                </a:solidFill>
                <a:effectLst/>
                <a:uFillTx/>
                <a:latin typeface="Noto Sans"/>
              </a:defRPr>
            </a:lvl5pPr>
            <a:lvl6pPr lvl="5" indent="0" algn="l">
              <a:spcAft>
                <a:spcPts val="213"/>
              </a:spcAft>
              <a:defRPr lang="ro-RO" sz="1500" b="0" u="none" strike="noStrike">
                <a:solidFill>
                  <a:srgbClr val="FFFFFF"/>
                </a:solidFill>
                <a:effectLst/>
                <a:uFillTx/>
                <a:latin typeface="Noto Sans"/>
              </a:defRPr>
            </a:lvl6pPr>
            <a:lvl7pPr lvl="6" indent="0" algn="l">
              <a:spcAft>
                <a:spcPts val="213"/>
              </a:spcAft>
              <a:defRPr lang="ro-RO" sz="1500" b="0" u="none" strike="noStrike">
                <a:solidFill>
                  <a:srgbClr val="FFFFFF"/>
                </a:solidFill>
                <a:effectLst/>
                <a:uFillTx/>
                <a:latin typeface="Noto Sans"/>
              </a:defRPr>
            </a:lvl7pPr>
          </a:lstStyle>
          <a:p>
            <a:pPr marL="432000" indent="0" algn="l">
              <a:spcAft>
                <a:spcPts val="655"/>
              </a:spcAft>
            </a:pPr>
            <a:r>
              <a:rPr lang="ro-RO" sz="1500" b="0" u="none" strike="noStrike">
                <a:solidFill>
                  <a:srgbClr val="FFFFFF"/>
                </a:solidFill>
                <a:effectLst/>
                <a:uFillTx/>
                <a:latin typeface="Noto Sans"/>
              </a:rPr>
              <a:t>Click to edit the outline text format</a:t>
            </a:r>
          </a:p>
          <a:p>
            <a:pPr marL="864000" lvl="1" indent="0" algn="l">
              <a:spcAft>
                <a:spcPts val="850"/>
              </a:spcAft>
            </a:pPr>
            <a:r>
              <a:rPr lang="ro-RO" sz="1500" b="0" u="none" strike="noStrike">
                <a:solidFill>
                  <a:srgbClr val="FFFFFF"/>
                </a:solidFill>
                <a:effectLst/>
                <a:uFillTx/>
                <a:latin typeface="Noto Sans"/>
              </a:rPr>
              <a:t>Second Outline Level</a:t>
            </a:r>
          </a:p>
          <a:p>
            <a:pPr marL="1296000" lvl="2" indent="0" algn="l">
              <a:spcAft>
                <a:spcPts val="635"/>
              </a:spcAft>
            </a:pPr>
            <a:r>
              <a:rPr lang="ro-RO" sz="1500" b="0" u="none" strike="noStrike">
                <a:solidFill>
                  <a:srgbClr val="FFFFFF"/>
                </a:solidFill>
                <a:effectLst/>
                <a:uFillTx/>
                <a:latin typeface="Noto Sans"/>
              </a:rPr>
              <a:t>Third Outline Level</a:t>
            </a:r>
          </a:p>
          <a:p>
            <a:pPr marL="1728000" lvl="3" indent="0" algn="l">
              <a:spcAft>
                <a:spcPts val="425"/>
              </a:spcAft>
            </a:pPr>
            <a:r>
              <a:rPr lang="ro-RO" sz="1500" b="0" u="none" strike="noStrike">
                <a:solidFill>
                  <a:srgbClr val="FFFFFF"/>
                </a:solidFill>
                <a:effectLst/>
                <a:uFillTx/>
                <a:latin typeface="Noto Sans"/>
              </a:rPr>
              <a:t>Fourth Outline Level</a:t>
            </a:r>
          </a:p>
          <a:p>
            <a:pPr marL="2160000" lvl="4" indent="0" algn="l">
              <a:spcAft>
                <a:spcPts val="213"/>
              </a:spcAft>
            </a:pPr>
            <a:r>
              <a:rPr lang="ro-RO" sz="1500" b="0" u="none" strike="noStrike">
                <a:solidFill>
                  <a:srgbClr val="FFFFFF"/>
                </a:solidFill>
                <a:effectLst/>
                <a:uFillTx/>
                <a:latin typeface="Noto Sans"/>
              </a:rPr>
              <a:t>Fifth Outline Level</a:t>
            </a:r>
          </a:p>
          <a:p>
            <a:pPr marL="2592000" lvl="5" indent="0" algn="l">
              <a:spcAft>
                <a:spcPts val="213"/>
              </a:spcAft>
            </a:pPr>
            <a:r>
              <a:rPr lang="ro-RO" sz="1500" b="0" u="none" strike="noStrike">
                <a:solidFill>
                  <a:srgbClr val="FFFFFF"/>
                </a:solidFill>
                <a:effectLst/>
                <a:uFillTx/>
                <a:latin typeface="Noto Sans"/>
              </a:rPr>
              <a:t>Sixth Outline Level</a:t>
            </a:r>
          </a:p>
          <a:p>
            <a:pPr marL="3024000" lvl="6" indent="0" algn="l">
              <a:spcAft>
                <a:spcPts val="213"/>
              </a:spcAft>
            </a:pPr>
            <a:r>
              <a:rPr lang="ro-RO" sz="1500" b="0" u="none" strike="noStrike">
                <a:solidFill>
                  <a:srgbClr val="FFFFFF"/>
                </a:solidFill>
                <a:effectLst/>
                <a:uFillTx/>
                <a:latin typeface="Noto Sans"/>
              </a:rPr>
              <a:t>Seventh Outline Level</a:t>
            </a:r>
          </a:p>
        </p:txBody>
      </p:sp>
      <p:sp>
        <p:nvSpPr>
          <p:cNvPr id="16" name="PlaceHolder 3"/>
          <p:cNvSpPr>
            <a:spLocks noGrp="1"/>
          </p:cNvSpPr>
          <p:nvPr>
            <p:ph type="dt" idx="4"/>
          </p:nvPr>
        </p:nvSpPr>
        <p:spPr>
          <a:xfrm>
            <a:off x="360000" y="5400000"/>
            <a:ext cx="2880000" cy="311400"/>
          </a:xfrm>
          <a:prstGeom prst="rect">
            <a:avLst/>
          </a:prstGeom>
          <a:noFill/>
          <a:ln w="72000">
            <a:noFill/>
          </a:ln>
        </p:spPr>
        <p:txBody>
          <a:bodyPr lIns="0" tIns="0" rIns="0" bIns="0" anchor="t">
            <a:spAutoFit/>
          </a:bodyPr>
          <a:lstStyle>
            <a:lvl1pPr indent="0" algn="l">
              <a:buNone/>
              <a:defRPr lang="ro-RO" sz="1800" b="1" u="none" strike="noStrike">
                <a:solidFill>
                  <a:srgbClr val="FFFFFF"/>
                </a:solidFill>
                <a:effectLst/>
                <a:uFillTx/>
                <a:latin typeface="Noto Sans"/>
              </a:defRPr>
            </a:lvl1pPr>
          </a:lstStyle>
          <a:p>
            <a:pPr indent="0" algn="l">
              <a:buNone/>
            </a:pPr>
            <a:r>
              <a:rPr lang="ro-RO" sz="1800" b="1" u="none" strike="noStrike">
                <a:solidFill>
                  <a:srgbClr val="FFFFFF"/>
                </a:solidFill>
                <a:effectLst/>
                <a:uFillTx/>
                <a:latin typeface="Noto Sans"/>
              </a:rPr>
              <a:t>&lt;date/time&gt;</a:t>
            </a:r>
          </a:p>
        </p:txBody>
      </p:sp>
      <p:sp>
        <p:nvSpPr>
          <p:cNvPr id="17" name="PlaceHolder 4"/>
          <p:cNvSpPr>
            <a:spLocks noGrp="1"/>
          </p:cNvSpPr>
          <p:nvPr>
            <p:ph type="ftr" idx="5"/>
          </p:nvPr>
        </p:nvSpPr>
        <p:spPr>
          <a:xfrm>
            <a:off x="3420000" y="5400000"/>
            <a:ext cx="3240000" cy="311400"/>
          </a:xfrm>
          <a:prstGeom prst="rect">
            <a:avLst/>
          </a:prstGeom>
          <a:noFill/>
          <a:ln w="72000">
            <a:noFill/>
          </a:ln>
        </p:spPr>
        <p:txBody>
          <a:bodyPr lIns="0" tIns="0" rIns="0" bIns="0" anchor="t">
            <a:spAutoFit/>
          </a:bodyPr>
          <a:lstStyle>
            <a:lvl1pPr indent="0" algn="ctr">
              <a:buNone/>
              <a:defRPr lang="ro-RO" sz="1800" b="1" u="none" strike="noStrike">
                <a:solidFill>
                  <a:srgbClr val="FFFFFF"/>
                </a:solidFill>
                <a:effectLst/>
                <a:uFillTx/>
                <a:latin typeface="Noto Sans"/>
              </a:defRPr>
            </a:lvl1pPr>
          </a:lstStyle>
          <a:p>
            <a:pPr indent="0" algn="ctr">
              <a:buNone/>
            </a:pPr>
            <a:r>
              <a:rPr lang="ro-RO" sz="1800" b="1" u="none" strike="noStrike">
                <a:solidFill>
                  <a:srgbClr val="FFFFFF"/>
                </a:solidFill>
                <a:effectLst/>
                <a:uFillTx/>
                <a:latin typeface="Noto Sans"/>
              </a:rPr>
              <a:t>&lt;footer&gt;</a:t>
            </a:r>
          </a:p>
        </p:txBody>
      </p:sp>
      <p:sp>
        <p:nvSpPr>
          <p:cNvPr id="18" name="PlaceHolder 5"/>
          <p:cNvSpPr>
            <a:spLocks noGrp="1"/>
          </p:cNvSpPr>
          <p:nvPr>
            <p:ph type="sldNum" idx="6"/>
          </p:nvPr>
        </p:nvSpPr>
        <p:spPr>
          <a:xfrm>
            <a:off x="9180000" y="5130000"/>
            <a:ext cx="720000" cy="540000"/>
          </a:xfrm>
          <a:prstGeom prst="rect">
            <a:avLst/>
          </a:prstGeom>
          <a:noFill/>
          <a:ln w="72000">
            <a:noFill/>
          </a:ln>
        </p:spPr>
        <p:txBody>
          <a:bodyPr lIns="0" tIns="0" rIns="0" bIns="0" anchor="ctr">
            <a:spAutoFit/>
          </a:bodyPr>
          <a:lstStyle>
            <a:lvl1pPr indent="0" algn="ctr">
              <a:buNone/>
              <a:defRPr lang="ro-RO" sz="1800" b="1" u="none" strike="noStrike">
                <a:solidFill>
                  <a:srgbClr val="FFFFFF"/>
                </a:solidFill>
                <a:effectLst/>
                <a:uFillTx/>
                <a:latin typeface="Noto Sans"/>
              </a:defRPr>
            </a:lvl1pPr>
          </a:lstStyle>
          <a:p>
            <a:pPr indent="0" algn="ctr">
              <a:buNone/>
            </a:pPr>
            <a:fld id="{9402AF6C-84AF-4405-A376-BD0439269CC1}" type="slidenum">
              <a:rPr lang="ro-RO" sz="1800" b="1" u="none" strike="noStrike">
                <a:solidFill>
                  <a:srgbClr val="FFFFFF"/>
                </a:solidFill>
                <a:effectLst/>
                <a:uFillTx/>
                <a:latin typeface="Noto Sans"/>
              </a:rPr>
              <a:t>‹#›</a:t>
            </a:fld>
            <a:endParaRPr lang="ro-RO" sz="1800" b="1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/>
          <p:cNvSpPr/>
          <p:nvPr/>
        </p:nvSpPr>
        <p:spPr>
          <a:xfrm>
            <a:off x="0" y="0"/>
            <a:ext cx="10080000" cy="5670000"/>
          </a:xfrm>
          <a:prstGeom prst="rect">
            <a:avLst/>
          </a:prstGeom>
          <a:solidFill>
            <a:srgbClr val="2C3E5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spAutoFit/>
          </a:bodyPr>
          <a:lstStyle/>
          <a:p>
            <a:endParaRPr lang="ro-RO" sz="1400" b="1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  <p:sp>
        <p:nvSpPr>
          <p:cNvPr id="22" name="Speech Bubble: Rectangle 21"/>
          <p:cNvSpPr/>
          <p:nvPr/>
        </p:nvSpPr>
        <p:spPr>
          <a:xfrm>
            <a:off x="2520000" y="1350000"/>
            <a:ext cx="5040000" cy="1890000"/>
          </a:xfrm>
          <a:prstGeom prst="wedgeRectCallout">
            <a:avLst>
              <a:gd name="adj1" fmla="val -34032"/>
              <a:gd name="adj2" fmla="val 132916"/>
            </a:avLst>
          </a:prstGeom>
          <a:solidFill>
            <a:srgbClr val="FFFFFF"/>
          </a:solidFill>
          <a:ln w="72000">
            <a:solidFill>
              <a:srgbClr val="1ABC9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120600" tIns="75600" rIns="120600" bIns="75600" anchor="ctr">
            <a:noAutofit/>
          </a:bodyPr>
          <a:lstStyle/>
          <a:p>
            <a:endParaRPr lang="ro-RO" sz="1400" b="1" u="none" strike="noStrike">
              <a:solidFill>
                <a:srgbClr val="2C3E50"/>
              </a:solidFill>
              <a:effectLst/>
              <a:uFillTx/>
              <a:latin typeface="Noto Sans"/>
            </a:endParaRPr>
          </a:p>
        </p:txBody>
      </p:sp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2700000" y="1485000"/>
            <a:ext cx="4680000" cy="162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 anchorCtr="1">
            <a:noAutofit/>
          </a:bodyPr>
          <a:lstStyle>
            <a:lvl1pPr indent="0" algn="ctr">
              <a:buNone/>
              <a:defRPr lang="ro-RO" sz="2700" b="1" u="none" strike="noStrike">
                <a:solidFill>
                  <a:srgbClr val="2C3E50"/>
                </a:solidFill>
                <a:effectLst/>
                <a:uFillTx/>
                <a:latin typeface="Noto Sans"/>
              </a:defRPr>
            </a:lvl1pPr>
          </a:lstStyle>
          <a:p>
            <a:pPr indent="0" algn="ctr">
              <a:buNone/>
            </a:pPr>
            <a:r>
              <a:rPr lang="ro-RO" sz="2700" b="1" u="none" strike="noStrike">
                <a:solidFill>
                  <a:srgbClr val="2C3E50"/>
                </a:solidFill>
                <a:effectLst/>
                <a:uFillTx/>
                <a:latin typeface="Noto Sans"/>
              </a:rPr>
              <a:t>Click to edit the title text format</a:t>
            </a: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3420000" y="3240000"/>
            <a:ext cx="6300000" cy="162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85000" lnSpcReduction="19999"/>
          </a:bodyPr>
          <a:lstStyle>
            <a:lvl1pPr indent="0" algn="l">
              <a:spcAft>
                <a:spcPts val="655"/>
              </a:spcAft>
              <a:defRPr lang="ro-RO" sz="1500" b="0" u="none" strike="noStrike">
                <a:solidFill>
                  <a:srgbClr val="FFFFFF"/>
                </a:solidFill>
                <a:effectLst/>
                <a:uFillTx/>
                <a:latin typeface="Noto Sans"/>
              </a:defRPr>
            </a:lvl1pPr>
            <a:lvl2pPr lvl="1" indent="0" algn="l">
              <a:spcAft>
                <a:spcPts val="850"/>
              </a:spcAft>
              <a:defRPr lang="ro-RO" sz="1500" b="0" u="none" strike="noStrike">
                <a:solidFill>
                  <a:srgbClr val="FFFFFF"/>
                </a:solidFill>
                <a:effectLst/>
                <a:uFillTx/>
                <a:latin typeface="Noto Sans"/>
              </a:defRPr>
            </a:lvl2pPr>
            <a:lvl3pPr lvl="2" indent="0" algn="l">
              <a:spcAft>
                <a:spcPts val="635"/>
              </a:spcAft>
              <a:defRPr lang="ro-RO" sz="1500" b="0" u="none" strike="noStrike">
                <a:solidFill>
                  <a:srgbClr val="FFFFFF"/>
                </a:solidFill>
                <a:effectLst/>
                <a:uFillTx/>
                <a:latin typeface="Noto Sans"/>
              </a:defRPr>
            </a:lvl3pPr>
            <a:lvl4pPr lvl="3" indent="0" algn="l">
              <a:spcAft>
                <a:spcPts val="425"/>
              </a:spcAft>
              <a:defRPr lang="ro-RO" sz="1500" b="0" u="none" strike="noStrike">
                <a:solidFill>
                  <a:srgbClr val="FFFFFF"/>
                </a:solidFill>
                <a:effectLst/>
                <a:uFillTx/>
                <a:latin typeface="Noto Sans"/>
              </a:defRPr>
            </a:lvl4pPr>
            <a:lvl5pPr lvl="4" indent="0" algn="l">
              <a:spcAft>
                <a:spcPts val="213"/>
              </a:spcAft>
              <a:defRPr lang="ro-RO" sz="1500" b="0" u="none" strike="noStrike">
                <a:solidFill>
                  <a:srgbClr val="FFFFFF"/>
                </a:solidFill>
                <a:effectLst/>
                <a:uFillTx/>
                <a:latin typeface="Noto Sans"/>
              </a:defRPr>
            </a:lvl5pPr>
            <a:lvl6pPr lvl="5" indent="0" algn="l">
              <a:spcAft>
                <a:spcPts val="213"/>
              </a:spcAft>
              <a:defRPr lang="ro-RO" sz="1500" b="0" u="none" strike="noStrike">
                <a:solidFill>
                  <a:srgbClr val="FFFFFF"/>
                </a:solidFill>
                <a:effectLst/>
                <a:uFillTx/>
                <a:latin typeface="Noto Sans"/>
              </a:defRPr>
            </a:lvl6pPr>
            <a:lvl7pPr lvl="6" indent="0" algn="l">
              <a:spcAft>
                <a:spcPts val="213"/>
              </a:spcAft>
              <a:defRPr lang="ro-RO" sz="1500" b="0" u="none" strike="noStrike">
                <a:solidFill>
                  <a:srgbClr val="FFFFFF"/>
                </a:solidFill>
                <a:effectLst/>
                <a:uFillTx/>
                <a:latin typeface="Noto Sans"/>
              </a:defRPr>
            </a:lvl7pPr>
          </a:lstStyle>
          <a:p>
            <a:pPr marL="432000" indent="0" algn="l">
              <a:spcAft>
                <a:spcPts val="655"/>
              </a:spcAft>
            </a:pPr>
            <a:r>
              <a:rPr lang="ro-RO" sz="1500" b="0" u="none" strike="noStrike">
                <a:solidFill>
                  <a:srgbClr val="FFFFFF"/>
                </a:solidFill>
                <a:effectLst/>
                <a:uFillTx/>
                <a:latin typeface="Noto Sans"/>
              </a:rPr>
              <a:t>Click to edit the outline text format</a:t>
            </a:r>
          </a:p>
          <a:p>
            <a:pPr marL="864000" lvl="1" indent="0" algn="l">
              <a:spcAft>
                <a:spcPts val="850"/>
              </a:spcAft>
            </a:pPr>
            <a:r>
              <a:rPr lang="ro-RO" sz="1500" b="0" u="none" strike="noStrike">
                <a:solidFill>
                  <a:srgbClr val="FFFFFF"/>
                </a:solidFill>
                <a:effectLst/>
                <a:uFillTx/>
                <a:latin typeface="Noto Sans"/>
              </a:rPr>
              <a:t>Second Outline Level</a:t>
            </a:r>
          </a:p>
          <a:p>
            <a:pPr marL="1296000" lvl="2" indent="0" algn="l">
              <a:spcAft>
                <a:spcPts val="635"/>
              </a:spcAft>
            </a:pPr>
            <a:r>
              <a:rPr lang="ro-RO" sz="1500" b="0" u="none" strike="noStrike">
                <a:solidFill>
                  <a:srgbClr val="FFFFFF"/>
                </a:solidFill>
                <a:effectLst/>
                <a:uFillTx/>
                <a:latin typeface="Noto Sans"/>
              </a:rPr>
              <a:t>Third Outline Level</a:t>
            </a:r>
          </a:p>
          <a:p>
            <a:pPr marL="1728000" lvl="3" indent="0" algn="l">
              <a:spcAft>
                <a:spcPts val="425"/>
              </a:spcAft>
            </a:pPr>
            <a:r>
              <a:rPr lang="ro-RO" sz="1500" b="0" u="none" strike="noStrike">
                <a:solidFill>
                  <a:srgbClr val="FFFFFF"/>
                </a:solidFill>
                <a:effectLst/>
                <a:uFillTx/>
                <a:latin typeface="Noto Sans"/>
              </a:rPr>
              <a:t>Fourth Outline Level</a:t>
            </a:r>
          </a:p>
          <a:p>
            <a:pPr marL="2160000" lvl="4" indent="0" algn="l">
              <a:spcAft>
                <a:spcPts val="213"/>
              </a:spcAft>
            </a:pPr>
            <a:r>
              <a:rPr lang="ro-RO" sz="1500" b="0" u="none" strike="noStrike">
                <a:solidFill>
                  <a:srgbClr val="FFFFFF"/>
                </a:solidFill>
                <a:effectLst/>
                <a:uFillTx/>
                <a:latin typeface="Noto Sans"/>
              </a:rPr>
              <a:t>Fifth Outline Level</a:t>
            </a:r>
          </a:p>
          <a:p>
            <a:pPr marL="2592000" lvl="5" indent="0" algn="l">
              <a:spcAft>
                <a:spcPts val="213"/>
              </a:spcAft>
            </a:pPr>
            <a:r>
              <a:rPr lang="ro-RO" sz="1500" b="0" u="none" strike="noStrike">
                <a:solidFill>
                  <a:srgbClr val="FFFFFF"/>
                </a:solidFill>
                <a:effectLst/>
                <a:uFillTx/>
                <a:latin typeface="Noto Sans"/>
              </a:rPr>
              <a:t>Sixth Outline Level</a:t>
            </a:r>
          </a:p>
          <a:p>
            <a:pPr marL="3024000" lvl="6" indent="0" algn="l">
              <a:spcAft>
                <a:spcPts val="213"/>
              </a:spcAft>
            </a:pPr>
            <a:r>
              <a:rPr lang="ro-RO" sz="1500" b="0" u="none" strike="noStrike">
                <a:solidFill>
                  <a:srgbClr val="FFFFFF"/>
                </a:solidFill>
                <a:effectLst/>
                <a:uFillTx/>
                <a:latin typeface="Noto Sans"/>
              </a:rPr>
              <a:t>Seventh Outline Level</a:t>
            </a:r>
          </a:p>
        </p:txBody>
      </p:sp>
      <p:sp>
        <p:nvSpPr>
          <p:cNvPr id="25" name="PlaceHolder 3"/>
          <p:cNvSpPr>
            <a:spLocks noGrp="1"/>
          </p:cNvSpPr>
          <p:nvPr>
            <p:ph type="dt" idx="7"/>
          </p:nvPr>
        </p:nvSpPr>
        <p:spPr>
          <a:xfrm>
            <a:off x="360000" y="5400000"/>
            <a:ext cx="2880000" cy="311400"/>
          </a:xfrm>
          <a:prstGeom prst="rect">
            <a:avLst/>
          </a:prstGeom>
          <a:noFill/>
          <a:ln w="72000">
            <a:noFill/>
          </a:ln>
        </p:spPr>
        <p:txBody>
          <a:bodyPr lIns="0" tIns="0" rIns="0" bIns="0" anchor="t">
            <a:spAutoFit/>
          </a:bodyPr>
          <a:lstStyle>
            <a:lvl1pPr indent="0" algn="l">
              <a:buNone/>
              <a:defRPr lang="ro-RO" sz="1800" b="1" u="none" strike="noStrike">
                <a:solidFill>
                  <a:srgbClr val="FFFFFF"/>
                </a:solidFill>
                <a:effectLst/>
                <a:uFillTx/>
                <a:latin typeface="Noto Sans"/>
              </a:defRPr>
            </a:lvl1pPr>
          </a:lstStyle>
          <a:p>
            <a:pPr indent="0" algn="l">
              <a:buNone/>
            </a:pPr>
            <a:r>
              <a:rPr lang="ro-RO" sz="1800" b="1" u="none" strike="noStrike">
                <a:solidFill>
                  <a:srgbClr val="FFFFFF"/>
                </a:solidFill>
                <a:effectLst/>
                <a:uFillTx/>
                <a:latin typeface="Noto Sans"/>
              </a:rPr>
              <a:t>&lt;date/time&gt;</a:t>
            </a:r>
          </a:p>
        </p:txBody>
      </p:sp>
      <p:sp>
        <p:nvSpPr>
          <p:cNvPr id="26" name="PlaceHolder 4"/>
          <p:cNvSpPr>
            <a:spLocks noGrp="1"/>
          </p:cNvSpPr>
          <p:nvPr>
            <p:ph type="ftr" idx="8"/>
          </p:nvPr>
        </p:nvSpPr>
        <p:spPr>
          <a:xfrm>
            <a:off x="3420000" y="5400000"/>
            <a:ext cx="3240000" cy="311400"/>
          </a:xfrm>
          <a:prstGeom prst="rect">
            <a:avLst/>
          </a:prstGeom>
          <a:noFill/>
          <a:ln w="72000">
            <a:noFill/>
          </a:ln>
        </p:spPr>
        <p:txBody>
          <a:bodyPr lIns="0" tIns="0" rIns="0" bIns="0" anchor="t">
            <a:spAutoFit/>
          </a:bodyPr>
          <a:lstStyle>
            <a:lvl1pPr indent="0" algn="ctr">
              <a:buNone/>
              <a:defRPr lang="ro-RO" sz="1800" b="1" u="none" strike="noStrike">
                <a:solidFill>
                  <a:srgbClr val="FFFFFF"/>
                </a:solidFill>
                <a:effectLst/>
                <a:uFillTx/>
                <a:latin typeface="Noto Sans"/>
              </a:defRPr>
            </a:lvl1pPr>
          </a:lstStyle>
          <a:p>
            <a:pPr indent="0" algn="ctr">
              <a:buNone/>
            </a:pPr>
            <a:r>
              <a:rPr lang="ro-RO" sz="1800" b="1" u="none" strike="noStrike">
                <a:solidFill>
                  <a:srgbClr val="FFFFFF"/>
                </a:solidFill>
                <a:effectLst/>
                <a:uFillTx/>
                <a:latin typeface="Noto Sans"/>
              </a:rPr>
              <a:t>&lt;footer&gt;</a:t>
            </a:r>
          </a:p>
        </p:txBody>
      </p:sp>
      <p:sp>
        <p:nvSpPr>
          <p:cNvPr id="27" name="PlaceHolder 5"/>
          <p:cNvSpPr>
            <a:spLocks noGrp="1"/>
          </p:cNvSpPr>
          <p:nvPr>
            <p:ph type="sldNum" idx="9"/>
          </p:nvPr>
        </p:nvSpPr>
        <p:spPr>
          <a:xfrm>
            <a:off x="9180000" y="5130000"/>
            <a:ext cx="720000" cy="540000"/>
          </a:xfrm>
          <a:prstGeom prst="rect">
            <a:avLst/>
          </a:prstGeom>
          <a:noFill/>
          <a:ln w="72000">
            <a:noFill/>
          </a:ln>
        </p:spPr>
        <p:txBody>
          <a:bodyPr lIns="0" tIns="0" rIns="0" bIns="0" anchor="ctr">
            <a:spAutoFit/>
          </a:bodyPr>
          <a:lstStyle>
            <a:lvl1pPr indent="0" algn="ctr">
              <a:buNone/>
              <a:defRPr lang="ro-RO" sz="1800" b="1" u="none" strike="noStrike">
                <a:solidFill>
                  <a:srgbClr val="FFFFFF"/>
                </a:solidFill>
                <a:effectLst/>
                <a:uFillTx/>
                <a:latin typeface="Noto Sans"/>
              </a:defRPr>
            </a:lvl1pPr>
          </a:lstStyle>
          <a:p>
            <a:pPr indent="0" algn="ctr">
              <a:buNone/>
            </a:pPr>
            <a:fld id="{1BD4EC60-4A95-4C7D-AF80-972A37B1EF98}" type="slidenum">
              <a:rPr lang="ro-RO" sz="1800" b="1" u="none" strike="noStrike">
                <a:solidFill>
                  <a:srgbClr val="FFFFFF"/>
                </a:solidFill>
                <a:effectLst/>
                <a:uFillTx/>
                <a:latin typeface="Noto Sans"/>
              </a:rPr>
              <a:t>‹#›</a:t>
            </a:fld>
            <a:endParaRPr lang="ro-RO" sz="1800" b="1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sv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360000" y="1759680"/>
            <a:ext cx="9360000" cy="1660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 anchorCtr="1">
            <a:spAutoFit/>
          </a:bodyPr>
          <a:lstStyle/>
          <a:p>
            <a:pPr indent="0" algn="ctr">
              <a:buNone/>
            </a:pPr>
            <a:r>
              <a:rPr lang="ro-RO" sz="3200" b="1" u="none" strike="noStrike">
                <a:solidFill>
                  <a:srgbClr val="FFFFFF"/>
                </a:solidFill>
                <a:effectLst/>
                <a:uFillTx/>
                <a:latin typeface="Noto Sans"/>
              </a:rPr>
              <a:t>Infrastructură de măsurare pentru compararea configurațiilor LLM într-un </a:t>
            </a:r>
            <a:r>
              <a:rPr lang="ro-RO" sz="3200" b="1" i="1" u="none" strike="noStrike">
                <a:solidFill>
                  <a:srgbClr val="FFFFFF"/>
                </a:solidFill>
                <a:effectLst/>
                <a:uFillTx/>
                <a:latin typeface="Noto Sans"/>
              </a:rPr>
              <a:t>pipeline</a:t>
            </a:r>
            <a:r>
              <a:rPr lang="ro-RO" sz="3200" b="1" u="none" strike="noStrike">
                <a:solidFill>
                  <a:srgbClr val="FFFFFF"/>
                </a:solidFill>
                <a:effectLst/>
                <a:uFillTx/>
                <a:latin typeface="Noto Sans"/>
              </a:rPr>
              <a:t> multi-agent</a:t>
            </a:r>
          </a:p>
        </p:txBody>
      </p:sp>
      <p:sp>
        <p:nvSpPr>
          <p:cNvPr id="35" name="PlaceHolder 2"/>
          <p:cNvSpPr>
            <a:spLocks noGrp="1"/>
          </p:cNvSpPr>
          <p:nvPr>
            <p:ph type="subTitle"/>
          </p:nvPr>
        </p:nvSpPr>
        <p:spPr>
          <a:xfrm>
            <a:off x="360000" y="3894840"/>
            <a:ext cx="9360000" cy="1525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algn="ctr">
              <a:buNone/>
            </a:pPr>
            <a:r>
              <a:rPr lang="ro-RO" sz="2200" b="0" u="none" strike="noStrike">
                <a:solidFill>
                  <a:srgbClr val="FFFFFF"/>
                </a:solidFill>
                <a:effectLst/>
                <a:uFillTx/>
                <a:latin typeface="Noto Sans"/>
              </a:rPr>
              <a:t>Penzari Marc</a:t>
            </a:r>
          </a:p>
          <a:p>
            <a:pPr indent="0" algn="ctr">
              <a:buNone/>
            </a:pPr>
            <a:r>
              <a:rPr lang="ro-RO" sz="2200" b="0" u="none" strike="noStrike">
                <a:solidFill>
                  <a:srgbClr val="FFFFFF"/>
                </a:solidFill>
                <a:effectLst/>
                <a:uFillTx/>
                <a:latin typeface="Noto Sans"/>
              </a:rPr>
              <a:t>TI231</a:t>
            </a:r>
          </a:p>
          <a:p>
            <a:pPr indent="0" algn="ctr">
              <a:buNone/>
            </a:pPr>
            <a:endParaRPr lang="ro-RO" sz="2200" b="0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  <a:p>
            <a:pPr indent="0" algn="ctr">
              <a:buNone/>
            </a:pPr>
            <a:r>
              <a:rPr lang="ro-RO" sz="2200" b="0" u="none" strike="noStrike">
                <a:solidFill>
                  <a:srgbClr val="FFFFFF"/>
                </a:solidFill>
                <a:effectLst/>
                <a:uFillTx/>
                <a:latin typeface="Noto Sans"/>
              </a:rPr>
              <a:t>2026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0000" y="173160"/>
            <a:ext cx="9360000" cy="90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 anchorCtr="1">
            <a:spAutoFit/>
          </a:bodyPr>
          <a:lstStyle/>
          <a:p>
            <a:pPr algn="ctr">
              <a:spcBef>
                <a:spcPts val="1134"/>
              </a:spcBef>
              <a:spcAft>
                <a:spcPts val="1134"/>
              </a:spcAft>
            </a:pPr>
            <a:r>
              <a:rPr lang="ro-RO" sz="2200" b="0" u="none" strike="noStrike">
                <a:solidFill>
                  <a:srgbClr val="FFFFFF"/>
                </a:solidFill>
                <a:effectLst/>
                <a:uFillTx/>
                <a:latin typeface="Noto Sans"/>
              </a:rPr>
              <a:t>Universitatea de Stat din Moldova</a:t>
            </a:r>
          </a:p>
          <a:p>
            <a:pPr algn="ctr">
              <a:spcBef>
                <a:spcPts val="1134"/>
              </a:spcBef>
              <a:spcAft>
                <a:spcPts val="1134"/>
              </a:spcAft>
            </a:pPr>
            <a:r>
              <a:rPr lang="ro-RO" sz="2200" b="0" u="none" strike="noStrike">
                <a:solidFill>
                  <a:srgbClr val="FFFFFF"/>
                </a:solidFill>
                <a:effectLst/>
                <a:uFillTx/>
                <a:latin typeface="Noto Sans"/>
              </a:rPr>
              <a:t>Facultatea de Fizică și Inginerie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360000" y="225720"/>
            <a:ext cx="9360000" cy="72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l">
              <a:buNone/>
            </a:pPr>
            <a:r>
              <a:rPr lang="ro-RO" sz="3200" b="1" u="none" strike="noStrike">
                <a:solidFill>
                  <a:srgbClr val="FFFFFF"/>
                </a:solidFill>
                <a:effectLst/>
                <a:uFillTx/>
                <a:latin typeface="Noto Sans"/>
              </a:rPr>
              <a:t>Context și problemă</a:t>
            </a:r>
          </a:p>
        </p:txBody>
      </p:sp>
      <p:sp>
        <p:nvSpPr>
          <p:cNvPr id="38" name="PlaceHolder 2"/>
          <p:cNvSpPr>
            <a:spLocks noGrp="1"/>
          </p:cNvSpPr>
          <p:nvPr>
            <p:ph/>
          </p:nvPr>
        </p:nvSpPr>
        <p:spPr>
          <a:xfrm>
            <a:off x="360000" y="1485000"/>
            <a:ext cx="9360000" cy="378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92500" lnSpcReduction="9999"/>
          </a:bodyPr>
          <a:lstStyle/>
          <a:p>
            <a:pPr marL="432000" indent="-324000" algn="l">
              <a:spcAft>
                <a:spcPts val="1057"/>
              </a:spcAft>
              <a:buClr>
                <a:srgbClr val="2C3E50"/>
              </a:buClr>
              <a:buSzPct val="45000"/>
              <a:buFont typeface="Wingdings" charset="2"/>
              <a:buChar char=""/>
            </a:pPr>
            <a:r>
              <a:rPr lang="ro-RO" sz="2400" b="1" u="none" strike="noStrike" dirty="0">
                <a:solidFill>
                  <a:srgbClr val="2C3E50"/>
                </a:solidFill>
                <a:effectLst/>
                <a:uFillTx/>
                <a:latin typeface="Noto Sans"/>
              </a:rPr>
              <a:t>Revânzarea în e-commerce</a:t>
            </a:r>
            <a:r>
              <a:rPr lang="ro-RO" sz="2400" b="0" u="none" strike="noStrike" dirty="0">
                <a:solidFill>
                  <a:srgbClr val="2C3E50"/>
                </a:solidFill>
                <a:effectLst/>
                <a:uFillTx/>
                <a:latin typeface="Noto Sans"/>
              </a:rPr>
              <a:t>: extragere -&gt; rescriere -&gt; imagini -&gt; preț -&gt; publicare;</a:t>
            </a:r>
            <a:endParaRPr lang="ro-RO" sz="2400" b="1" u="none" strike="noStrike" dirty="0">
              <a:solidFill>
                <a:srgbClr val="2C3E50"/>
              </a:solidFill>
              <a:effectLst/>
              <a:uFillTx/>
              <a:latin typeface="Noto Sans"/>
            </a:endParaRPr>
          </a:p>
          <a:p>
            <a:pPr marL="432000" indent="-324000" algn="l">
              <a:spcAft>
                <a:spcPts val="1057"/>
              </a:spcAft>
              <a:buClr>
                <a:srgbClr val="2C3E50"/>
              </a:buClr>
              <a:buSzPct val="45000"/>
              <a:buFont typeface="Wingdings" charset="2"/>
              <a:buChar char=""/>
            </a:pPr>
            <a:r>
              <a:rPr lang="ro-RO" sz="2400" b="1" u="none" strike="noStrike" dirty="0">
                <a:solidFill>
                  <a:srgbClr val="2C3E50"/>
                </a:solidFill>
                <a:effectLst/>
                <a:uFillTx/>
                <a:latin typeface="Noto Sans"/>
              </a:rPr>
              <a:t>LLM-urile</a:t>
            </a:r>
            <a:r>
              <a:rPr lang="ro-RO" sz="2400" b="0" u="none" strike="noStrike" dirty="0">
                <a:solidFill>
                  <a:srgbClr val="2C3E50"/>
                </a:solidFill>
                <a:effectLst/>
                <a:uFillTx/>
                <a:latin typeface="Noto Sans"/>
              </a:rPr>
              <a:t> fac automatizarea robustă: citesc pagina ca un om, produc ieșire structurată;</a:t>
            </a:r>
            <a:endParaRPr lang="ro-RO" sz="2400" b="1" u="none" strike="noStrike" dirty="0">
              <a:solidFill>
                <a:srgbClr val="2C3E50"/>
              </a:solidFill>
              <a:effectLst/>
              <a:uFillTx/>
              <a:latin typeface="Noto Sans"/>
            </a:endParaRPr>
          </a:p>
          <a:p>
            <a:pPr marL="432000" indent="-324000" algn="l">
              <a:spcAft>
                <a:spcPts val="1057"/>
              </a:spcAft>
              <a:buClr>
                <a:srgbClr val="2C3E50"/>
              </a:buClr>
              <a:buSzPct val="45000"/>
              <a:buFont typeface="Wingdings" charset="2"/>
              <a:buChar char=""/>
            </a:pPr>
            <a:r>
              <a:rPr lang="ro-RO" sz="2400" b="1" u="none" strike="noStrike" dirty="0">
                <a:solidFill>
                  <a:srgbClr val="2C3E50"/>
                </a:solidFill>
                <a:effectLst/>
                <a:uFillTx/>
                <a:latin typeface="Noto Sans"/>
              </a:rPr>
              <a:t>Întrebarea principală</a:t>
            </a:r>
            <a:r>
              <a:rPr lang="ro-RO" sz="2400" b="0" u="none" strike="noStrike" dirty="0">
                <a:solidFill>
                  <a:srgbClr val="2C3E50"/>
                </a:solidFill>
                <a:effectLst/>
                <a:uFillTx/>
                <a:latin typeface="Noto Sans"/>
              </a:rPr>
              <a:t>: dintre numeroasele LLM-uri (preț, prompt, implementare diferite), cum se compară pe o sarcină fixă și reproductibilă?</a:t>
            </a:r>
            <a:endParaRPr lang="ro-RO" sz="2400" b="1" u="none" strike="noStrike" dirty="0">
              <a:solidFill>
                <a:srgbClr val="2C3E50"/>
              </a:solidFill>
              <a:effectLst/>
              <a:uFillTx/>
              <a:latin typeface="Noto Sans"/>
            </a:endParaRPr>
          </a:p>
          <a:p>
            <a:pPr marL="432000" indent="-324000" algn="l">
              <a:spcAft>
                <a:spcPts val="1057"/>
              </a:spcAft>
              <a:buClr>
                <a:srgbClr val="2C3E50"/>
              </a:buClr>
              <a:buSzPct val="45000"/>
              <a:buFont typeface="Wingdings" charset="2"/>
              <a:buChar char=""/>
            </a:pPr>
            <a:r>
              <a:rPr lang="ro-RO" sz="2400" b="1" u="none" strike="noStrike" dirty="0">
                <a:solidFill>
                  <a:srgbClr val="2C3E50"/>
                </a:solidFill>
                <a:effectLst/>
                <a:uFillTx/>
                <a:latin typeface="Noto Sans"/>
              </a:rPr>
              <a:t>Două livrabile</a:t>
            </a:r>
            <a:r>
              <a:rPr lang="ro-RO" sz="2400" b="0" u="none" strike="noStrike" dirty="0">
                <a:solidFill>
                  <a:srgbClr val="2C3E50"/>
                </a:solidFill>
                <a:effectLst/>
                <a:uFillTx/>
                <a:latin typeface="Noto Sans"/>
              </a:rPr>
              <a:t>: un flux multi-agent funcțional + o infrastructură de măsurare în jurul lui.</a:t>
            </a:r>
            <a:endParaRPr lang="ro-RO" sz="2400" b="1" u="none" strike="noStrike" dirty="0">
              <a:solidFill>
                <a:srgbClr val="2C3E50"/>
              </a:solidFill>
              <a:effectLst/>
              <a:uFillTx/>
              <a:latin typeface="Noto Sans"/>
            </a:endParaRPr>
          </a:p>
          <a:p>
            <a:pPr marL="432000" indent="0" algn="l">
              <a:spcAft>
                <a:spcPts val="1057"/>
              </a:spcAft>
              <a:buNone/>
            </a:pPr>
            <a:endParaRPr lang="ro-RO" sz="2400" b="1" u="none" strike="noStrike" dirty="0">
              <a:solidFill>
                <a:srgbClr val="2C3E50"/>
              </a:solidFill>
              <a:effectLst/>
              <a:uFillTx/>
              <a:latin typeface="Noto Sans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AAB3DA52-52CA-404D-B593-9F1520B92D70}" type="slidenum">
              <a:t>2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360000" y="225720"/>
            <a:ext cx="9360000" cy="718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l">
              <a:buNone/>
            </a:pPr>
            <a:r>
              <a:rPr lang="ro-RO" sz="3200" b="1" u="none" strike="noStrike">
                <a:solidFill>
                  <a:srgbClr val="FFFFFF"/>
                </a:solidFill>
                <a:effectLst/>
                <a:uFillTx/>
                <a:latin typeface="Noto Sans"/>
              </a:rPr>
              <a:t>Fundamente tehnice</a:t>
            </a: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360000" y="1485000"/>
            <a:ext cx="9360000" cy="378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85000" lnSpcReduction="9999"/>
          </a:bodyPr>
          <a:lstStyle/>
          <a:p>
            <a:pPr marL="432000" indent="-324000" algn="l">
              <a:spcAft>
                <a:spcPts val="1057"/>
              </a:spcAft>
              <a:buClr>
                <a:srgbClr val="2C3E50"/>
              </a:buClr>
              <a:buSzPct val="45000"/>
              <a:buFont typeface="Wingdings" charset="2"/>
              <a:buChar char=""/>
            </a:pPr>
            <a:r>
              <a:rPr lang="ro-RO" sz="2400" b="1" u="none" strike="noStrike" dirty="0">
                <a:solidFill>
                  <a:srgbClr val="2C3E50"/>
                </a:solidFill>
                <a:effectLst/>
                <a:uFillTx/>
                <a:latin typeface="Noto Sans"/>
              </a:rPr>
              <a:t>Sistem multi-agent</a:t>
            </a:r>
            <a:r>
              <a:rPr lang="ro-RO" sz="2400" b="0" u="none" strike="noStrike" dirty="0">
                <a:solidFill>
                  <a:srgbClr val="2C3E50"/>
                </a:solidFill>
                <a:effectLst/>
                <a:uFillTx/>
                <a:latin typeface="Noto Sans"/>
              </a:rPr>
              <a:t>: sarcina spartă în sub-sarcini, fiecare = un agent (un apel LLM cu prompt și contract de I/O);</a:t>
            </a:r>
            <a:endParaRPr lang="ro-RO" sz="2400" b="1" u="none" strike="noStrike" dirty="0">
              <a:solidFill>
                <a:srgbClr val="2C3E50"/>
              </a:solidFill>
              <a:effectLst/>
              <a:uFillTx/>
              <a:latin typeface="Noto Sans"/>
            </a:endParaRPr>
          </a:p>
          <a:p>
            <a:pPr marL="432000" indent="-324000" algn="l">
              <a:spcAft>
                <a:spcPts val="1057"/>
              </a:spcAft>
              <a:buClr>
                <a:srgbClr val="2C3E50"/>
              </a:buClr>
              <a:buSzPct val="45000"/>
              <a:buFont typeface="Wingdings" charset="2"/>
              <a:buChar char=""/>
            </a:pPr>
            <a:r>
              <a:rPr lang="ro-RO" sz="2400" b="1" u="none" strike="noStrike" dirty="0">
                <a:solidFill>
                  <a:srgbClr val="2C3E50"/>
                </a:solidFill>
                <a:effectLst/>
                <a:uFillTx/>
                <a:latin typeface="Noto Sans"/>
              </a:rPr>
              <a:t>Renunțare la </a:t>
            </a:r>
            <a:r>
              <a:rPr lang="ro-RO" sz="2400" b="1" i="1" u="none" strike="noStrike" dirty="0">
                <a:solidFill>
                  <a:srgbClr val="2C3E50"/>
                </a:solidFill>
                <a:effectLst/>
                <a:uFillTx/>
                <a:latin typeface="Noto Sans"/>
              </a:rPr>
              <a:t>framework</a:t>
            </a:r>
            <a:r>
              <a:rPr lang="ro-RO" sz="2400" b="1" u="none" strike="noStrike" dirty="0">
                <a:solidFill>
                  <a:srgbClr val="2C3E50"/>
                </a:solidFill>
                <a:effectLst/>
                <a:uFillTx/>
                <a:latin typeface="Noto Sans"/>
              </a:rPr>
              <a:t>-uri</a:t>
            </a:r>
            <a:r>
              <a:rPr lang="ro-RO" sz="2400" b="0" u="none" strike="noStrike" dirty="0">
                <a:solidFill>
                  <a:srgbClr val="2C3E50"/>
                </a:solidFill>
                <a:effectLst/>
                <a:uFillTx/>
                <a:latin typeface="Noto Sans"/>
              </a:rPr>
              <a:t>: LangChain / LangGraph / AutoGen -&gt; orchestrator propriu de ~200 linii;</a:t>
            </a:r>
            <a:endParaRPr lang="ro-RO" sz="2400" b="1" u="none" strike="noStrike" dirty="0">
              <a:solidFill>
                <a:srgbClr val="2C3E50"/>
              </a:solidFill>
              <a:effectLst/>
              <a:uFillTx/>
              <a:latin typeface="Noto Sans"/>
            </a:endParaRPr>
          </a:p>
          <a:p>
            <a:pPr marL="432000" indent="-324000" algn="l">
              <a:spcAft>
                <a:spcPts val="1057"/>
              </a:spcAft>
              <a:buClr>
                <a:srgbClr val="2C3E50"/>
              </a:buClr>
              <a:buSzPct val="45000"/>
              <a:buFont typeface="Wingdings" charset="2"/>
              <a:buChar char=""/>
            </a:pPr>
            <a:r>
              <a:rPr lang="ro-RO" sz="2400" b="1" u="none" strike="noStrike" dirty="0">
                <a:solidFill>
                  <a:srgbClr val="2C3E50"/>
                </a:solidFill>
                <a:effectLst/>
                <a:uFillTx/>
                <a:latin typeface="Noto Sans"/>
              </a:rPr>
              <a:t>Extragere structurată</a:t>
            </a:r>
            <a:r>
              <a:rPr lang="ro-RO" sz="2400" b="0" u="none" strike="noStrike" dirty="0">
                <a:solidFill>
                  <a:srgbClr val="2C3E50"/>
                </a:solidFill>
                <a:effectLst/>
                <a:uFillTx/>
                <a:latin typeface="Noto Sans"/>
              </a:rPr>
              <a:t>: mod JSON + validare de schemă (Pydantic) cu reîncercare-o-dată la eșec;</a:t>
            </a:r>
            <a:endParaRPr lang="ro-RO" sz="2400" b="1" u="none" strike="noStrike" dirty="0">
              <a:solidFill>
                <a:srgbClr val="2C3E50"/>
              </a:solidFill>
              <a:effectLst/>
              <a:uFillTx/>
              <a:latin typeface="Noto Sans"/>
            </a:endParaRPr>
          </a:p>
          <a:p>
            <a:pPr marL="432000" indent="-324000" algn="l">
              <a:spcAft>
                <a:spcPts val="1057"/>
              </a:spcAft>
              <a:buClr>
                <a:srgbClr val="2C3E50"/>
              </a:buClr>
              <a:buSzPct val="45000"/>
              <a:buFont typeface="Wingdings" charset="2"/>
              <a:buChar char=""/>
            </a:pPr>
            <a:r>
              <a:rPr lang="ro-RO" sz="2400" b="1" u="none" strike="noStrike" dirty="0">
                <a:solidFill>
                  <a:srgbClr val="2C3E50"/>
                </a:solidFill>
                <a:effectLst/>
                <a:uFillTx/>
                <a:latin typeface="Noto Sans"/>
              </a:rPr>
              <a:t>Web scraping anti-bot</a:t>
            </a:r>
            <a:r>
              <a:rPr lang="ro-RO" sz="2400" b="0" u="none" strike="noStrike" dirty="0">
                <a:solidFill>
                  <a:srgbClr val="2C3E50"/>
                </a:solidFill>
                <a:effectLst/>
                <a:uFillTx/>
                <a:latin typeface="Noto Sans"/>
              </a:rPr>
              <a:t>: impersonare TLS (curl_cffi), rezervă Playwright, recuperare manuală folosind om-în-buclă;</a:t>
            </a:r>
            <a:endParaRPr lang="ro-RO" sz="2400" b="1" u="none" strike="noStrike" dirty="0">
              <a:solidFill>
                <a:srgbClr val="2C3E50"/>
              </a:solidFill>
              <a:effectLst/>
              <a:uFillTx/>
              <a:latin typeface="Noto Sans"/>
            </a:endParaRPr>
          </a:p>
          <a:p>
            <a:pPr marL="432000" indent="-324000" algn="l">
              <a:spcAft>
                <a:spcPts val="1057"/>
              </a:spcAft>
              <a:buClr>
                <a:srgbClr val="2C3E50"/>
              </a:buClr>
              <a:buSzPct val="45000"/>
              <a:buFont typeface="Wingdings" charset="2"/>
              <a:buChar char=""/>
            </a:pPr>
            <a:r>
              <a:rPr lang="ro-RO" sz="2400" b="1" u="none" strike="noStrike" dirty="0">
                <a:solidFill>
                  <a:srgbClr val="2C3E50"/>
                </a:solidFill>
                <a:effectLst/>
                <a:uFillTx/>
                <a:latin typeface="Noto Sans"/>
              </a:rPr>
              <a:t>Interfață asincronă</a:t>
            </a:r>
            <a:r>
              <a:rPr lang="ro-RO" sz="2400" b="0" u="none" strike="noStrike" dirty="0">
                <a:solidFill>
                  <a:srgbClr val="2C3E50"/>
                </a:solidFill>
                <a:effectLst/>
                <a:uFillTx/>
                <a:latin typeface="Noto Sans"/>
              </a:rPr>
              <a:t>: bot Telegram (notificări push pentru rulări lungi).</a:t>
            </a:r>
            <a:endParaRPr lang="ro-RO" sz="2400" b="1" u="none" strike="noStrike" dirty="0">
              <a:solidFill>
                <a:srgbClr val="2C3E50"/>
              </a:solidFill>
              <a:effectLst/>
              <a:uFillTx/>
              <a:latin typeface="Noto Sans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402F035B-D32A-4B12-BEDA-3E4FC3D1DA2F}" type="slidenum">
              <a:t>3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360000" y="225720"/>
            <a:ext cx="9360000" cy="718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l">
              <a:buNone/>
            </a:pPr>
            <a:r>
              <a:rPr lang="ro-RO" sz="3200" b="1" u="none" strike="noStrike">
                <a:solidFill>
                  <a:srgbClr val="FFFFFF"/>
                </a:solidFill>
                <a:effectLst/>
                <a:uFillTx/>
                <a:latin typeface="Noto Sans"/>
              </a:rPr>
              <a:t>Arhitectura sistemului</a:t>
            </a:r>
          </a:p>
        </p:txBody>
      </p:sp>
      <p:sp>
        <p:nvSpPr>
          <p:cNvPr id="42" name="PlaceHolder 2"/>
          <p:cNvSpPr>
            <a:spLocks noGrp="1"/>
          </p:cNvSpPr>
          <p:nvPr>
            <p:ph/>
          </p:nvPr>
        </p:nvSpPr>
        <p:spPr>
          <a:xfrm>
            <a:off x="360000" y="1485000"/>
            <a:ext cx="9360000" cy="378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85000" lnSpcReduction="19999"/>
          </a:bodyPr>
          <a:lstStyle/>
          <a:p>
            <a:pPr marL="432000" indent="-324000" algn="l">
              <a:spcAft>
                <a:spcPts val="1049"/>
              </a:spcAft>
              <a:buClr>
                <a:srgbClr val="2C3E50"/>
              </a:buClr>
              <a:buSzPct val="45000"/>
              <a:buFont typeface="Wingdings" charset="2"/>
              <a:buChar char=""/>
            </a:pPr>
            <a:r>
              <a:rPr lang="ro-RO" sz="2400" b="1" u="none" strike="noStrike" dirty="0">
                <a:solidFill>
                  <a:srgbClr val="2C3E50"/>
                </a:solidFill>
                <a:effectLst/>
                <a:uFillTx/>
                <a:latin typeface="Noto Sans"/>
              </a:rPr>
              <a:t>Patru servicii care cooperează</a:t>
            </a:r>
            <a:r>
              <a:rPr lang="ro-RO" sz="2400" b="0" u="none" strike="noStrike" dirty="0">
                <a:solidFill>
                  <a:srgbClr val="2C3E50"/>
                </a:solidFill>
                <a:effectLst/>
                <a:uFillTx/>
                <a:latin typeface="Noto Sans"/>
              </a:rPr>
              <a:t>: bot, orchestrator, worker (Python 3.12) + Redis ca broker;</a:t>
            </a:r>
            <a:endParaRPr lang="ro-RO" sz="2400" b="1" u="none" strike="noStrike" dirty="0">
              <a:solidFill>
                <a:srgbClr val="2C3E50"/>
              </a:solidFill>
              <a:effectLst/>
              <a:uFillTx/>
              <a:latin typeface="Noto Sans"/>
            </a:endParaRPr>
          </a:p>
          <a:p>
            <a:pPr marL="432000" indent="-324000" algn="l">
              <a:spcAft>
                <a:spcPts val="1057"/>
              </a:spcAft>
              <a:buClr>
                <a:srgbClr val="2C3E50"/>
              </a:buClr>
              <a:buSzPct val="45000"/>
              <a:buFont typeface="Wingdings" charset="2"/>
              <a:buChar char=""/>
            </a:pPr>
            <a:r>
              <a:rPr lang="ro-RO" sz="2400" b="1" u="none" strike="noStrike" dirty="0">
                <a:solidFill>
                  <a:srgbClr val="2C3E50"/>
                </a:solidFill>
                <a:effectLst/>
                <a:uFillTx/>
                <a:latin typeface="Noto Sans"/>
              </a:rPr>
              <a:t>Separare pentru izolarea eșecurilor</a:t>
            </a:r>
            <a:r>
              <a:rPr lang="ro-RO" sz="2400" b="0" u="none" strike="noStrike" dirty="0">
                <a:solidFill>
                  <a:srgbClr val="2C3E50"/>
                </a:solidFill>
                <a:effectLst/>
                <a:uFillTx/>
                <a:latin typeface="Noto Sans"/>
              </a:rPr>
              <a:t>: un apel LLM lent în worker nu blochează botul;</a:t>
            </a:r>
            <a:endParaRPr lang="ro-RO" sz="2400" b="1" u="none" strike="noStrike" dirty="0">
              <a:solidFill>
                <a:srgbClr val="2C3E50"/>
              </a:solidFill>
              <a:effectLst/>
              <a:uFillTx/>
              <a:latin typeface="Noto Sans"/>
            </a:endParaRPr>
          </a:p>
          <a:p>
            <a:pPr marL="432000" indent="-324000" algn="l">
              <a:spcAft>
                <a:spcPts val="1057"/>
              </a:spcAft>
              <a:buClr>
                <a:srgbClr val="2C3E50"/>
              </a:buClr>
              <a:buSzPct val="45000"/>
              <a:buFont typeface="Wingdings" charset="2"/>
              <a:buChar char=""/>
            </a:pPr>
            <a:r>
              <a:rPr lang="ro-RO" sz="2400" b="1" u="none" strike="noStrike" dirty="0">
                <a:solidFill>
                  <a:srgbClr val="2C3E50"/>
                </a:solidFill>
                <a:effectLst/>
                <a:uFillTx/>
                <a:latin typeface="Noto Sans"/>
              </a:rPr>
              <a:t>Orchestrator (FastAPI)</a:t>
            </a:r>
            <a:r>
              <a:rPr lang="ro-RO" sz="2400" b="0" u="none" strike="noStrike" dirty="0">
                <a:solidFill>
                  <a:srgbClr val="2C3E50"/>
                </a:solidFill>
                <a:effectLst/>
                <a:uFillTx/>
                <a:latin typeface="Noto Sans"/>
              </a:rPr>
              <a:t>: API REST, ciclul de viață al rulării. Worker (</a:t>
            </a:r>
            <a:r>
              <a:rPr lang="ro-RO" sz="2400" b="1" u="none" strike="noStrike" dirty="0">
                <a:solidFill>
                  <a:srgbClr val="2C3E50"/>
                </a:solidFill>
                <a:effectLst/>
                <a:uFillTx/>
                <a:latin typeface="Courier New"/>
              </a:rPr>
              <a:t>arq</a:t>
            </a:r>
            <a:r>
              <a:rPr lang="ro-RO" sz="2400" b="0" u="none" strike="noStrike" dirty="0">
                <a:solidFill>
                  <a:srgbClr val="2C3E50"/>
                </a:solidFill>
                <a:effectLst/>
                <a:uFillTx/>
                <a:latin typeface="Noto Sans"/>
              </a:rPr>
              <a:t>): execută fluxul, înregistrează măsurători;</a:t>
            </a:r>
            <a:endParaRPr lang="ro-RO" sz="2400" b="1" u="none" strike="noStrike" dirty="0">
              <a:solidFill>
                <a:srgbClr val="2C3E50"/>
              </a:solidFill>
              <a:effectLst/>
              <a:uFillTx/>
              <a:latin typeface="Noto Sans"/>
            </a:endParaRPr>
          </a:p>
          <a:p>
            <a:pPr marL="432000" indent="-324000" algn="l">
              <a:spcAft>
                <a:spcPts val="1057"/>
              </a:spcAft>
              <a:buClr>
                <a:srgbClr val="2C3E50"/>
              </a:buClr>
              <a:buSzPct val="45000"/>
              <a:buFont typeface="Wingdings" charset="2"/>
              <a:buChar char=""/>
            </a:pPr>
            <a:r>
              <a:rPr lang="ro-RO" sz="2400" b="0" u="none" strike="noStrike" dirty="0">
                <a:solidFill>
                  <a:srgbClr val="2C3E50"/>
                </a:solidFill>
                <a:effectLst/>
                <a:uFillTx/>
                <a:latin typeface="Noto Sans"/>
              </a:rPr>
              <a:t>Stocare:</a:t>
            </a:r>
          </a:p>
          <a:p>
            <a:pPr marL="882900" lvl="1" indent="-342900" algn="l">
              <a:spcAft>
                <a:spcPts val="850"/>
              </a:spcAft>
              <a:buClr>
                <a:srgbClr val="2C3E50"/>
              </a:buClr>
              <a:buSzPct val="75000"/>
              <a:buFont typeface="Arial" panose="020B0604020202020204" pitchFamily="34" charset="0"/>
              <a:buChar char="•"/>
            </a:pPr>
            <a:r>
              <a:rPr lang="ro-RO" sz="2100" b="1" u="none" strike="noStrike" dirty="0">
                <a:solidFill>
                  <a:srgbClr val="2C3E50"/>
                </a:solidFill>
                <a:effectLst/>
                <a:uFillTx/>
                <a:latin typeface="Courier New"/>
              </a:rPr>
              <a:t>runs</a:t>
            </a:r>
            <a:r>
              <a:rPr lang="ro-RO" sz="2100" b="0" u="none" strike="noStrike" dirty="0">
                <a:solidFill>
                  <a:srgbClr val="2C3E50"/>
                </a:solidFill>
                <a:effectLst/>
                <a:uFillTx/>
                <a:latin typeface="Noto Sans"/>
              </a:rPr>
              <a:t>: o linie per rulare (mașină de stări: queued -&gt; running -&gt; awaiting_approval -&gt; published/…);</a:t>
            </a:r>
          </a:p>
          <a:p>
            <a:pPr marL="882900" lvl="1" indent="-342900" algn="l">
              <a:spcAft>
                <a:spcPts val="850"/>
              </a:spcAft>
              <a:buClr>
                <a:srgbClr val="2C3E50"/>
              </a:buClr>
              <a:buSzPct val="75000"/>
              <a:buFont typeface="Arial" panose="020B0604020202020204" pitchFamily="34" charset="0"/>
              <a:buChar char="•"/>
            </a:pPr>
            <a:r>
              <a:rPr lang="ro-RO" sz="2100" b="1" u="none" strike="noStrike" dirty="0">
                <a:solidFill>
                  <a:srgbClr val="2C3E50"/>
                </a:solidFill>
                <a:effectLst/>
                <a:uFillTx/>
                <a:latin typeface="Courier New"/>
              </a:rPr>
              <a:t>step_runs</a:t>
            </a:r>
            <a:r>
              <a:rPr lang="ro-RO" sz="2100" b="0" u="none" strike="noStrike" dirty="0">
                <a:solidFill>
                  <a:srgbClr val="2C3E50"/>
                </a:solidFill>
                <a:effectLst/>
                <a:uFillTx/>
                <a:latin typeface="Noto Sans"/>
              </a:rPr>
              <a:t>: o linie per apel agent (model, latență, token-uri, cost, eroare);</a:t>
            </a:r>
          </a:p>
          <a:p>
            <a:pPr marL="882900" lvl="1" indent="-342900" algn="l">
              <a:spcAft>
                <a:spcPts val="850"/>
              </a:spcAft>
              <a:buClr>
                <a:srgbClr val="2C3E50"/>
              </a:buClr>
              <a:buSzPct val="75000"/>
              <a:buFont typeface="Arial" panose="020B0604020202020204" pitchFamily="34" charset="0"/>
              <a:buChar char="•"/>
            </a:pPr>
            <a:r>
              <a:rPr lang="ro-RO" sz="2100" b="0" u="none" strike="noStrike" dirty="0">
                <a:solidFill>
                  <a:srgbClr val="2C3E50"/>
                </a:solidFill>
                <a:effectLst/>
                <a:uFillTx/>
                <a:latin typeface="Noto Sans"/>
              </a:rPr>
              <a:t>Artefacte JSON/imagini pe disc, per rulare.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73B9FB41-57B3-4CAD-A231-1CF695D0B2E9}" type="slidenum">
              <a:t>4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PlaceHolder 1"/>
          <p:cNvSpPr>
            <a:spLocks noGrp="1"/>
          </p:cNvSpPr>
          <p:nvPr>
            <p:ph type="title"/>
          </p:nvPr>
        </p:nvSpPr>
        <p:spPr>
          <a:xfrm>
            <a:off x="360000" y="225720"/>
            <a:ext cx="9360000" cy="718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l">
              <a:buNone/>
            </a:pPr>
            <a:r>
              <a:rPr lang="ro-RO" sz="3200" b="1" i="1" u="none" strike="noStrike">
                <a:solidFill>
                  <a:srgbClr val="FFFFFF"/>
                </a:solidFill>
                <a:effectLst/>
                <a:uFillTx/>
                <a:latin typeface="Noto Sans"/>
              </a:rPr>
              <a:t>Pipeline</a:t>
            </a:r>
            <a:r>
              <a:rPr lang="ro-RO" sz="3200" b="1" u="none" strike="noStrike">
                <a:solidFill>
                  <a:srgbClr val="FFFFFF"/>
                </a:solidFill>
                <a:effectLst/>
                <a:uFillTx/>
                <a:latin typeface="Noto Sans"/>
              </a:rPr>
              <a:t>-ul</a:t>
            </a:r>
          </a:p>
        </p:txBody>
      </p:sp>
      <p:sp>
        <p:nvSpPr>
          <p:cNvPr id="44" name="PlaceHolder 2"/>
          <p:cNvSpPr>
            <a:spLocks noGrp="1"/>
          </p:cNvSpPr>
          <p:nvPr>
            <p:ph/>
          </p:nvPr>
        </p:nvSpPr>
        <p:spPr>
          <a:xfrm>
            <a:off x="360000" y="1485000"/>
            <a:ext cx="3060000" cy="2295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85000" lnSpcReduction="19999"/>
          </a:bodyPr>
          <a:lstStyle/>
          <a:p>
            <a:pPr marL="432000" indent="-324000" algn="l">
              <a:lnSpc>
                <a:spcPct val="100000"/>
              </a:lnSpc>
              <a:buClr>
                <a:srgbClr val="2C3E50"/>
              </a:buClr>
              <a:buSzPct val="45000"/>
              <a:buFont typeface="Wingdings" charset="2"/>
              <a:buChar char=""/>
            </a:pPr>
            <a:r>
              <a:rPr lang="ro-RO" sz="2200" b="0" u="none" strike="noStrike">
                <a:solidFill>
                  <a:srgbClr val="2C3E50"/>
                </a:solidFill>
                <a:effectLst/>
                <a:uFillTx/>
                <a:latin typeface="Noto Sans"/>
              </a:rPr>
              <a:t>Șase agenți secvențiali</a:t>
            </a:r>
            <a:endParaRPr lang="ro-RO" sz="2200" b="1" u="none" strike="noStrike">
              <a:solidFill>
                <a:srgbClr val="2C3E50"/>
              </a:solidFill>
              <a:effectLst/>
              <a:uFillTx/>
              <a:latin typeface="Noto Sans"/>
            </a:endParaRPr>
          </a:p>
          <a:p>
            <a:pPr marL="432000" indent="0" algn="l">
              <a:lnSpc>
                <a:spcPct val="100000"/>
              </a:lnSpc>
              <a:buNone/>
            </a:pPr>
            <a:r>
              <a:rPr lang="ro-RO" sz="2200" b="0" u="none" strike="noStrike">
                <a:solidFill>
                  <a:srgbClr val="2C3E50"/>
                </a:solidFill>
                <a:effectLst/>
                <a:uFillTx/>
                <a:latin typeface="Noto Sans"/>
              </a:rPr>
              <a:t>(3 folosesc LLM):</a:t>
            </a:r>
            <a:endParaRPr lang="ro-RO" sz="2200" b="1" u="none" strike="noStrike">
              <a:solidFill>
                <a:srgbClr val="2C3E50"/>
              </a:solidFill>
              <a:effectLst/>
              <a:uFillTx/>
              <a:latin typeface="Noto Sans"/>
            </a:endParaRPr>
          </a:p>
          <a:p>
            <a:pPr marL="864000" lvl="1" indent="-324000" algn="l">
              <a:spcAft>
                <a:spcPts val="850"/>
              </a:spcAft>
              <a:buClr>
                <a:srgbClr val="2C3E50"/>
              </a:buClr>
              <a:buSzPct val="75000"/>
              <a:buFont typeface="Symbol" charset="2"/>
              <a:buChar char=""/>
            </a:pPr>
            <a:r>
              <a:rPr lang="ro-RO" sz="2000" b="0" i="1" u="none" strike="noStrike">
                <a:solidFill>
                  <a:srgbClr val="2C3E50"/>
                </a:solidFill>
                <a:effectLst/>
                <a:uFillTx/>
                <a:latin typeface="Noto Sans"/>
              </a:rPr>
              <a:t>Scraper</a:t>
            </a:r>
            <a:r>
              <a:rPr lang="ro-RO" sz="2000" b="0" u="none" strike="noStrike">
                <a:solidFill>
                  <a:srgbClr val="2C3E50"/>
                </a:solidFill>
                <a:effectLst/>
                <a:uFillTx/>
                <a:latin typeface="Noto Sans"/>
              </a:rPr>
              <a:t>;</a:t>
            </a:r>
          </a:p>
          <a:p>
            <a:pPr marL="864000" lvl="1" indent="-324000" algn="l">
              <a:spcAft>
                <a:spcPts val="850"/>
              </a:spcAft>
              <a:buClr>
                <a:srgbClr val="2C3E50"/>
              </a:buClr>
              <a:buSzPct val="75000"/>
              <a:buFont typeface="Symbol" charset="2"/>
              <a:buChar char=""/>
            </a:pPr>
            <a:r>
              <a:rPr lang="ro-RO" sz="2000" b="0" u="sng" strike="noStrike">
                <a:solidFill>
                  <a:srgbClr val="2C3E50"/>
                </a:solidFill>
                <a:effectLst/>
                <a:uFillTx/>
                <a:latin typeface="Noto Sans"/>
              </a:rPr>
              <a:t>Extractor</a:t>
            </a:r>
            <a:r>
              <a:rPr lang="ro-RO" sz="2000" b="0" i="1" u="sng" strike="noStrike">
                <a:solidFill>
                  <a:srgbClr val="2C3E50"/>
                </a:solidFill>
                <a:effectLst/>
                <a:uFillTx/>
                <a:latin typeface="Noto Sans"/>
              </a:rPr>
              <a:t>;</a:t>
            </a:r>
            <a:endParaRPr lang="ro-RO" sz="2000" b="0" u="none" strike="noStrike">
              <a:solidFill>
                <a:srgbClr val="2C3E50"/>
              </a:solidFill>
              <a:effectLst/>
              <a:uFillTx/>
              <a:latin typeface="Noto Sans"/>
            </a:endParaRPr>
          </a:p>
          <a:p>
            <a:pPr marL="864000" lvl="1" indent="-324000" algn="l">
              <a:spcAft>
                <a:spcPts val="850"/>
              </a:spcAft>
              <a:buClr>
                <a:srgbClr val="2C3E50"/>
              </a:buClr>
              <a:buSzPct val="75000"/>
              <a:buFont typeface="Symbol" charset="2"/>
              <a:buChar char=""/>
            </a:pPr>
            <a:r>
              <a:rPr lang="ro-RO" sz="2000" b="0" u="none" strike="noStrike">
                <a:solidFill>
                  <a:srgbClr val="2C3E50"/>
                </a:solidFill>
                <a:effectLst/>
                <a:uFillTx/>
                <a:latin typeface="Noto Sans"/>
              </a:rPr>
              <a:t>Selector imagini;</a:t>
            </a:r>
          </a:p>
          <a:p>
            <a:pPr marL="864000" lvl="1" indent="-324000" algn="l">
              <a:spcAft>
                <a:spcPts val="850"/>
              </a:spcAft>
              <a:buClr>
                <a:srgbClr val="2C3E50"/>
              </a:buClr>
              <a:buSzPct val="75000"/>
              <a:buFont typeface="Symbol" charset="2"/>
              <a:buChar char=""/>
            </a:pPr>
            <a:r>
              <a:rPr lang="ro-RO" sz="2000" b="0" u="sng" strike="noStrike">
                <a:solidFill>
                  <a:srgbClr val="2C3E50"/>
                </a:solidFill>
                <a:effectLst/>
                <a:uFillTx/>
                <a:latin typeface="Noto Sans"/>
              </a:rPr>
              <a:t>Rescriitor;</a:t>
            </a:r>
            <a:endParaRPr lang="ro-RO" sz="2000" b="0" u="none" strike="noStrike">
              <a:solidFill>
                <a:srgbClr val="2C3E50"/>
              </a:solidFill>
              <a:effectLst/>
              <a:uFillTx/>
              <a:latin typeface="Noto Sans"/>
            </a:endParaRPr>
          </a:p>
          <a:p>
            <a:pPr marL="864000" lvl="1" indent="-324000" algn="l">
              <a:spcAft>
                <a:spcPts val="850"/>
              </a:spcAft>
              <a:buClr>
                <a:srgbClr val="2C3E50"/>
              </a:buClr>
              <a:buSzPct val="75000"/>
              <a:buFont typeface="Symbol" charset="2"/>
              <a:buChar char=""/>
            </a:pPr>
            <a:r>
              <a:rPr lang="ro-RO" sz="2000" b="0" u="sng" strike="noStrike">
                <a:solidFill>
                  <a:srgbClr val="2C3E50"/>
                </a:solidFill>
                <a:effectLst/>
                <a:uFillTx/>
                <a:latin typeface="Noto Sans"/>
              </a:rPr>
              <a:t>Evaluator preț</a:t>
            </a:r>
            <a:r>
              <a:rPr lang="ro-RO" sz="2000" b="0" u="none" strike="noStrike">
                <a:solidFill>
                  <a:srgbClr val="2C3E50"/>
                </a:solidFill>
                <a:effectLst/>
                <a:uFillTx/>
                <a:latin typeface="Noto Sans"/>
              </a:rPr>
              <a:t>;</a:t>
            </a:r>
          </a:p>
          <a:p>
            <a:pPr marL="864000" lvl="1" indent="-324000" algn="l">
              <a:spcAft>
                <a:spcPts val="850"/>
              </a:spcAft>
              <a:buClr>
                <a:srgbClr val="2C3E50"/>
              </a:buClr>
              <a:buSzPct val="75000"/>
              <a:buFont typeface="Symbol" charset="2"/>
              <a:buChar char=""/>
            </a:pPr>
            <a:r>
              <a:rPr lang="ro-RO" sz="2000" b="0" u="none" strike="noStrike">
                <a:solidFill>
                  <a:srgbClr val="2C3E50"/>
                </a:solidFill>
                <a:effectLst/>
                <a:uFillTx/>
                <a:latin typeface="Noto Sans"/>
              </a:rPr>
              <a:t>Compozitor calitate;</a:t>
            </a:r>
          </a:p>
        </p:txBody>
      </p:sp>
      <p:pic>
        <p:nvPicPr>
          <p:cNvPr id="45" name="Graphic 44"/>
          <p:cNvPicPr/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>
          <a:xfrm>
            <a:off x="4320000" y="1298880"/>
            <a:ext cx="4860000" cy="3957120"/>
          </a:xfrm>
          <a:prstGeom prst="rect">
            <a:avLst/>
          </a:prstGeom>
          <a:noFill/>
          <a:ln w="19080">
            <a:solidFill>
              <a:srgbClr val="2C3E50"/>
            </a:solidFill>
            <a:round/>
          </a:ln>
        </p:spPr>
      </p:pic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4A18A36B-ED43-43EA-84E1-3604672599EE}" type="slidenum">
              <a:t>5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360000" y="225720"/>
            <a:ext cx="9360000" cy="718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l">
              <a:buNone/>
            </a:pPr>
            <a:r>
              <a:rPr lang="ro-RO" sz="3200" b="1" u="none" strike="noStrike">
                <a:solidFill>
                  <a:srgbClr val="FFFFFF"/>
                </a:solidFill>
                <a:effectLst/>
                <a:uFillTx/>
                <a:latin typeface="Noto Sans"/>
              </a:rPr>
              <a:t>Configurarea experimentului</a:t>
            </a:r>
          </a:p>
        </p:txBody>
      </p:sp>
      <p:sp>
        <p:nvSpPr>
          <p:cNvPr id="47" name="PlaceHolder 2"/>
          <p:cNvSpPr>
            <a:spLocks noGrp="1"/>
          </p:cNvSpPr>
          <p:nvPr>
            <p:ph/>
          </p:nvPr>
        </p:nvSpPr>
        <p:spPr>
          <a:xfrm>
            <a:off x="360000" y="1485000"/>
            <a:ext cx="9360000" cy="378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 algn="l">
              <a:spcAft>
                <a:spcPts val="1057"/>
              </a:spcAft>
              <a:buClr>
                <a:srgbClr val="2C3E50"/>
              </a:buClr>
              <a:buSzPct val="45000"/>
              <a:buFont typeface="Wingdings" charset="2"/>
              <a:buChar char=""/>
            </a:pPr>
            <a:r>
              <a:rPr lang="ro-RO" sz="2400" b="1" u="none" strike="noStrike" dirty="0">
                <a:solidFill>
                  <a:srgbClr val="2C3E50"/>
                </a:solidFill>
                <a:effectLst/>
                <a:uFillTx/>
                <a:latin typeface="Noto Sans"/>
              </a:rPr>
              <a:t>9 configurații</a:t>
            </a:r>
            <a:r>
              <a:rPr lang="ro-RO" sz="2400" b="0" u="none" strike="noStrike" dirty="0">
                <a:solidFill>
                  <a:srgbClr val="2C3E50"/>
                </a:solidFill>
                <a:effectLst/>
                <a:uFillTx/>
                <a:latin typeface="Noto Sans"/>
              </a:rPr>
              <a:t>: Claude, DeepSeek, GPT, Gemini, Gemma, Llama;</a:t>
            </a:r>
            <a:endParaRPr lang="ro-RO" sz="2400" b="1" u="none" strike="noStrike" dirty="0">
              <a:solidFill>
                <a:srgbClr val="2C3E50"/>
              </a:solidFill>
              <a:effectLst/>
              <a:uFillTx/>
              <a:latin typeface="Noto Sans"/>
            </a:endParaRPr>
          </a:p>
          <a:p>
            <a:pPr marL="432000" indent="-324000" algn="l">
              <a:spcAft>
                <a:spcPts val="1057"/>
              </a:spcAft>
              <a:buClr>
                <a:srgbClr val="2C3E50"/>
              </a:buClr>
              <a:buSzPct val="45000"/>
              <a:buFont typeface="Wingdings" charset="2"/>
              <a:buChar char=""/>
            </a:pPr>
            <a:r>
              <a:rPr lang="ro-RO" sz="2400" b="0" u="none" strike="noStrike" dirty="0">
                <a:solidFill>
                  <a:srgbClr val="2C3E50"/>
                </a:solidFill>
                <a:effectLst/>
                <a:uFillTx/>
                <a:latin typeface="Noto Sans"/>
              </a:rPr>
              <a:t>Matrice de </a:t>
            </a:r>
            <a:r>
              <a:rPr lang="ro-RO" sz="2400" b="1" u="none" strike="noStrike" dirty="0">
                <a:solidFill>
                  <a:srgbClr val="2C3E50"/>
                </a:solidFill>
                <a:effectLst/>
                <a:uFillTx/>
                <a:latin typeface="Noto Sans"/>
              </a:rPr>
              <a:t>189 de rulări</a:t>
            </a:r>
            <a:r>
              <a:rPr lang="ro-RO" sz="2400" b="0" u="none" strike="noStrike" dirty="0">
                <a:solidFill>
                  <a:srgbClr val="2C3E50"/>
                </a:solidFill>
                <a:effectLst/>
                <a:uFillTx/>
                <a:latin typeface="Noto Sans"/>
              </a:rPr>
              <a:t> = 9 configurații × 7 anunțuri eBay × 3 repetări.</a:t>
            </a:r>
            <a:endParaRPr lang="ro-RO" sz="2400" b="1" u="none" strike="noStrike" dirty="0">
              <a:solidFill>
                <a:srgbClr val="2C3E50"/>
              </a:solidFill>
              <a:effectLst/>
              <a:uFillTx/>
              <a:latin typeface="Noto Sans"/>
            </a:endParaRPr>
          </a:p>
          <a:p>
            <a:pPr marL="432000" indent="-324000" algn="l">
              <a:spcAft>
                <a:spcPts val="1057"/>
              </a:spcAft>
              <a:buClr>
                <a:srgbClr val="2C3E50"/>
              </a:buClr>
              <a:buSzPct val="45000"/>
              <a:buFont typeface="Wingdings" charset="2"/>
              <a:buChar char=""/>
            </a:pPr>
            <a:r>
              <a:rPr lang="ro-RO" sz="2400" b="1" u="none" strike="noStrike" dirty="0">
                <a:solidFill>
                  <a:srgbClr val="2C3E50"/>
                </a:solidFill>
                <a:effectLst/>
                <a:uFillTx/>
                <a:latin typeface="Noto Sans"/>
              </a:rPr>
              <a:t>HTML din cache</a:t>
            </a:r>
            <a:r>
              <a:rPr lang="ro-RO" sz="2400" b="0" u="none" strike="noStrike" dirty="0">
                <a:solidFill>
                  <a:srgbClr val="2C3E50"/>
                </a:solidFill>
                <a:effectLst/>
                <a:uFillTx/>
                <a:latin typeface="Noto Sans"/>
              </a:rPr>
              <a:t>: fiecare URL descărcat o singură dată;</a:t>
            </a:r>
            <a:endParaRPr lang="ro-RO" sz="2400" b="1" u="none" strike="noStrike" dirty="0">
              <a:solidFill>
                <a:srgbClr val="2C3E50"/>
              </a:solidFill>
              <a:effectLst/>
              <a:uFillTx/>
              <a:latin typeface="Noto Sans"/>
            </a:endParaRPr>
          </a:p>
          <a:p>
            <a:pPr marL="432000" indent="-324000" algn="l">
              <a:spcAft>
                <a:spcPts val="1057"/>
              </a:spcAft>
              <a:buClr>
                <a:srgbClr val="2C3E50"/>
              </a:buClr>
              <a:buSzPct val="45000"/>
              <a:buFont typeface="Wingdings" charset="2"/>
              <a:buChar char=""/>
            </a:pPr>
            <a:r>
              <a:rPr lang="ro-RO" sz="2400" b="1" u="none" strike="noStrike" dirty="0">
                <a:solidFill>
                  <a:srgbClr val="2C3E50"/>
                </a:solidFill>
                <a:effectLst/>
                <a:uFillTx/>
                <a:latin typeface="Noto Sans"/>
              </a:rPr>
              <a:t>Persistență la nivel de apel</a:t>
            </a:r>
            <a:r>
              <a:rPr lang="ro-RO" sz="2400" b="0" u="none" strike="noStrike" dirty="0">
                <a:solidFill>
                  <a:srgbClr val="2C3E50"/>
                </a:solidFill>
                <a:effectLst/>
                <a:uFillTx/>
                <a:latin typeface="Noto Sans"/>
              </a:rPr>
              <a:t>: fiecare apel LLM salvat pe disc.</a:t>
            </a:r>
            <a:endParaRPr lang="ro-RO" sz="2400" b="1" u="none" strike="noStrike" dirty="0">
              <a:solidFill>
                <a:srgbClr val="2C3E50"/>
              </a:solidFill>
              <a:effectLst/>
              <a:uFillTx/>
              <a:latin typeface="Noto Sans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937B6F78-B78B-4D4A-A888-A81E3BE6F4E9}" type="slidenum">
              <a:t>6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360000" y="225720"/>
            <a:ext cx="9360000" cy="718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l">
              <a:buNone/>
            </a:pPr>
            <a:r>
              <a:rPr lang="ro-RO" sz="3200" b="1" u="none" strike="noStrike">
                <a:solidFill>
                  <a:srgbClr val="FFFFFF"/>
                </a:solidFill>
                <a:effectLst/>
                <a:uFillTx/>
                <a:latin typeface="Noto Sans"/>
              </a:rPr>
              <a:t>Rezultate cantitative</a:t>
            </a:r>
          </a:p>
        </p:txBody>
      </p:sp>
      <p:pic>
        <p:nvPicPr>
          <p:cNvPr id="49" name="Picture 48"/>
          <p:cNvPicPr/>
          <p:nvPr/>
        </p:nvPicPr>
        <p:blipFill>
          <a:blip r:embed="rId3"/>
          <a:stretch/>
        </p:blipFill>
        <p:spPr>
          <a:xfrm>
            <a:off x="5535360" y="1293840"/>
            <a:ext cx="4004640" cy="3746160"/>
          </a:xfrm>
          <a:prstGeom prst="rect">
            <a:avLst/>
          </a:prstGeom>
          <a:noFill/>
          <a:ln w="12600">
            <a:solidFill>
              <a:srgbClr val="2C3E50"/>
            </a:solidFill>
            <a:round/>
          </a:ln>
        </p:spPr>
      </p:pic>
      <p:pic>
        <p:nvPicPr>
          <p:cNvPr id="50" name="Picture 49"/>
          <p:cNvPicPr/>
          <p:nvPr/>
        </p:nvPicPr>
        <p:blipFill>
          <a:blip r:embed="rId4"/>
          <a:stretch/>
        </p:blipFill>
        <p:spPr>
          <a:xfrm>
            <a:off x="540000" y="1296000"/>
            <a:ext cx="3953880" cy="3777840"/>
          </a:xfrm>
          <a:prstGeom prst="rect">
            <a:avLst/>
          </a:prstGeom>
          <a:noFill/>
          <a:ln w="12600">
            <a:solidFill>
              <a:srgbClr val="2C3E50"/>
            </a:solidFill>
            <a:round/>
          </a:ln>
        </p:spPr>
      </p:pic>
      <p:sp>
        <p:nvSpPr>
          <p:cNvPr id="51" name="TextBox 50"/>
          <p:cNvSpPr txBox="1"/>
          <p:nvPr/>
        </p:nvSpPr>
        <p:spPr>
          <a:xfrm>
            <a:off x="6615360" y="5032080"/>
            <a:ext cx="1842120" cy="332640"/>
          </a:xfrm>
          <a:prstGeom prst="rect">
            <a:avLst/>
          </a:prstGeom>
          <a:noFill/>
          <a:ln w="10800">
            <a:noFill/>
          </a:ln>
        </p:spPr>
        <p:txBody>
          <a:bodyPr wrap="none" lIns="90000" tIns="45000" rIns="90000" bIns="45000" anchor="ctr">
            <a:spAutoFit/>
          </a:bodyPr>
          <a:lstStyle/>
          <a:p>
            <a:pPr algn="ctr"/>
            <a:r>
              <a:rPr lang="ro-RO" sz="1400" b="0" u="none" strike="noStrike">
                <a:solidFill>
                  <a:srgbClr val="2C3E50"/>
                </a:solidFill>
                <a:effectLst/>
                <a:uFillTx/>
                <a:latin typeface="Noto Sans"/>
              </a:rPr>
              <a:t>Ieșire/intrare tokeni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695600" y="5073120"/>
            <a:ext cx="2094840" cy="332640"/>
          </a:xfrm>
          <a:prstGeom prst="rect">
            <a:avLst/>
          </a:prstGeom>
          <a:noFill/>
          <a:ln w="10800">
            <a:noFill/>
          </a:ln>
        </p:spPr>
        <p:txBody>
          <a:bodyPr wrap="none" lIns="90000" tIns="45000" rIns="90000" bIns="45000" anchor="ctr">
            <a:spAutoFit/>
          </a:bodyPr>
          <a:lstStyle/>
          <a:p>
            <a:pPr algn="ctr"/>
            <a:r>
              <a:rPr lang="ro-RO" sz="1400" b="0" u="none" strike="noStrike">
                <a:solidFill>
                  <a:srgbClr val="2C3E50"/>
                </a:solidFill>
                <a:effectLst/>
                <a:uFillTx/>
                <a:latin typeface="Noto Sans"/>
              </a:rPr>
              <a:t>Ieșire/intrare caractere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AA437129-D943-4FA0-B7A6-2D9E4A442A98}" type="slidenum">
              <a:t>7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360000" y="225720"/>
            <a:ext cx="9360000" cy="718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l">
              <a:buNone/>
            </a:pPr>
            <a:r>
              <a:rPr lang="ro-RO" sz="3200" b="1" u="none" strike="noStrike">
                <a:solidFill>
                  <a:srgbClr val="FFFFFF"/>
                </a:solidFill>
                <a:effectLst/>
                <a:uFillTx/>
                <a:latin typeface="Noto Sans"/>
              </a:rPr>
              <a:t>Latența și eșecuri</a:t>
            </a:r>
          </a:p>
        </p:txBody>
      </p:sp>
      <p:pic>
        <p:nvPicPr>
          <p:cNvPr id="54" name="Picture 53"/>
          <p:cNvPicPr/>
          <p:nvPr/>
        </p:nvPicPr>
        <p:blipFill>
          <a:blip r:embed="rId3"/>
          <a:stretch/>
        </p:blipFill>
        <p:spPr>
          <a:xfrm>
            <a:off x="261000" y="1440000"/>
            <a:ext cx="4716720" cy="3420000"/>
          </a:xfrm>
          <a:prstGeom prst="rect">
            <a:avLst/>
          </a:prstGeom>
          <a:noFill/>
          <a:ln w="12600">
            <a:solidFill>
              <a:srgbClr val="2C3E50"/>
            </a:solidFill>
            <a:round/>
          </a:ln>
        </p:spPr>
      </p:pic>
      <p:sp>
        <p:nvSpPr>
          <p:cNvPr id="55" name="TextBox 54"/>
          <p:cNvSpPr txBox="1"/>
          <p:nvPr/>
        </p:nvSpPr>
        <p:spPr>
          <a:xfrm>
            <a:off x="1440000" y="4895280"/>
            <a:ext cx="1943640" cy="332640"/>
          </a:xfrm>
          <a:prstGeom prst="rect">
            <a:avLst/>
          </a:prstGeom>
          <a:noFill/>
          <a:ln w="10800">
            <a:noFill/>
          </a:ln>
        </p:spPr>
        <p:txBody>
          <a:bodyPr wrap="none" lIns="90000" tIns="45000" rIns="90000" bIns="45000" anchor="ctr">
            <a:spAutoFit/>
          </a:bodyPr>
          <a:lstStyle/>
          <a:p>
            <a:pPr algn="ctr"/>
            <a:r>
              <a:rPr lang="ro-RO" sz="1400" b="0" u="none" strike="noStrike">
                <a:solidFill>
                  <a:srgbClr val="2C3E50"/>
                </a:solidFill>
                <a:effectLst/>
                <a:uFillTx/>
                <a:latin typeface="Noto Sans"/>
              </a:rPr>
              <a:t>Numărul de încercări</a:t>
            </a:r>
          </a:p>
        </p:txBody>
      </p:sp>
      <p:pic>
        <p:nvPicPr>
          <p:cNvPr id="56" name="Picture 55"/>
          <p:cNvPicPr/>
          <p:nvPr/>
        </p:nvPicPr>
        <p:blipFill>
          <a:blip r:embed="rId4"/>
          <a:stretch/>
        </p:blipFill>
        <p:spPr>
          <a:xfrm>
            <a:off x="5220000" y="1440000"/>
            <a:ext cx="4290840" cy="2844720"/>
          </a:xfrm>
          <a:prstGeom prst="rect">
            <a:avLst/>
          </a:prstGeom>
          <a:noFill/>
          <a:ln w="12600">
            <a:solidFill>
              <a:srgbClr val="2C3E50"/>
            </a:solidFill>
            <a:round/>
          </a:ln>
        </p:spPr>
      </p:pic>
      <p:sp>
        <p:nvSpPr>
          <p:cNvPr id="57" name="TextBox 56"/>
          <p:cNvSpPr txBox="1"/>
          <p:nvPr/>
        </p:nvSpPr>
        <p:spPr>
          <a:xfrm>
            <a:off x="6480000" y="4347360"/>
            <a:ext cx="1928520" cy="332640"/>
          </a:xfrm>
          <a:prstGeom prst="rect">
            <a:avLst/>
          </a:prstGeom>
          <a:noFill/>
          <a:ln w="10800">
            <a:noFill/>
          </a:ln>
        </p:spPr>
        <p:txBody>
          <a:bodyPr wrap="none" lIns="90000" tIns="45000" rIns="90000" bIns="45000" anchor="ctr">
            <a:spAutoFit/>
          </a:bodyPr>
          <a:lstStyle/>
          <a:p>
            <a:pPr algn="ctr"/>
            <a:r>
              <a:rPr lang="ro-RO" sz="1400" b="0" u="none" strike="noStrike">
                <a:solidFill>
                  <a:srgbClr val="2C3E50"/>
                </a:solidFill>
                <a:effectLst/>
                <a:uFillTx/>
                <a:latin typeface="Noto Sans"/>
              </a:rPr>
              <a:t>Distribuția latenței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6AF40766-FCD2-4DF9-BF80-3D40719660FE}" type="slidenum">
              <a:t>8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360000" y="225720"/>
            <a:ext cx="9360000" cy="718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l">
              <a:buNone/>
            </a:pPr>
            <a:r>
              <a:rPr lang="ro-RO" sz="3200" b="1" u="none" strike="noStrike">
                <a:solidFill>
                  <a:srgbClr val="FFFFFF"/>
                </a:solidFill>
                <a:effectLst/>
                <a:uFillTx/>
                <a:latin typeface="Noto Sans"/>
              </a:rPr>
              <a:t>Scoruri prețului</a:t>
            </a:r>
          </a:p>
        </p:txBody>
      </p:sp>
      <p:pic>
        <p:nvPicPr>
          <p:cNvPr id="59" name="Picture 58"/>
          <p:cNvPicPr/>
          <p:nvPr/>
        </p:nvPicPr>
        <p:blipFill>
          <a:blip r:embed="rId3"/>
          <a:stretch/>
        </p:blipFill>
        <p:spPr>
          <a:xfrm>
            <a:off x="4680000" y="1413000"/>
            <a:ext cx="5043600" cy="3634560"/>
          </a:xfrm>
          <a:prstGeom prst="rect">
            <a:avLst/>
          </a:prstGeom>
          <a:noFill/>
          <a:ln w="12600">
            <a:solidFill>
              <a:srgbClr val="2C3E50"/>
            </a:solidFill>
            <a:round/>
          </a:ln>
        </p:spPr>
      </p:pic>
      <p:sp>
        <p:nvSpPr>
          <p:cNvPr id="60" name="PlaceHolder 2"/>
          <p:cNvSpPr>
            <a:spLocks noGrp="1"/>
          </p:cNvSpPr>
          <p:nvPr>
            <p:ph/>
          </p:nvPr>
        </p:nvSpPr>
        <p:spPr>
          <a:xfrm>
            <a:off x="360000" y="1584000"/>
            <a:ext cx="3960000" cy="3276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 algn="l">
              <a:lnSpc>
                <a:spcPct val="100000"/>
              </a:lnSpc>
              <a:buClr>
                <a:srgbClr val="2C3E50"/>
              </a:buClr>
              <a:buSzPct val="45000"/>
              <a:buFont typeface="Wingdings" charset="2"/>
              <a:buChar char=""/>
            </a:pPr>
            <a:r>
              <a:rPr lang="ro-RO" sz="2200" b="1" u="none" strike="noStrike">
                <a:solidFill>
                  <a:srgbClr val="2C3E50"/>
                </a:solidFill>
                <a:effectLst/>
                <a:uFillTx/>
                <a:latin typeface="Noto Sans"/>
              </a:rPr>
              <a:t>Dispoziția de preț</a:t>
            </a:r>
            <a:r>
              <a:rPr lang="ro-RO" sz="2200" b="0" u="none" strike="noStrike">
                <a:solidFill>
                  <a:srgbClr val="2C3E50"/>
                </a:solidFill>
                <a:effectLst/>
                <a:uFillTx/>
                <a:latin typeface="Noto Sans"/>
              </a:rPr>
              <a:t>: scoruri pe 5 dimensiuni (-5..+5):</a:t>
            </a:r>
            <a:endParaRPr lang="ro-RO" sz="2200" b="1" u="none" strike="noStrike">
              <a:solidFill>
                <a:srgbClr val="2C3E50"/>
              </a:solidFill>
              <a:effectLst/>
              <a:uFillTx/>
              <a:latin typeface="Noto Sans"/>
            </a:endParaRPr>
          </a:p>
          <a:p>
            <a:pPr marL="864000" lvl="1" indent="-324000" algn="l">
              <a:lnSpc>
                <a:spcPct val="100000"/>
              </a:lnSpc>
              <a:spcAft>
                <a:spcPts val="850"/>
              </a:spcAft>
              <a:buClr>
                <a:srgbClr val="2C3E50"/>
              </a:buClr>
              <a:buSzPct val="75000"/>
              <a:buFont typeface="Symbol" charset="2"/>
              <a:buChar char=""/>
            </a:pPr>
            <a:r>
              <a:rPr lang="ro-RO" sz="1800" b="0" u="none" strike="noStrike">
                <a:solidFill>
                  <a:srgbClr val="2C3E50"/>
                </a:solidFill>
                <a:effectLst/>
                <a:uFillTx/>
                <a:latin typeface="Noto Sans"/>
              </a:rPr>
              <a:t>Lux;</a:t>
            </a:r>
          </a:p>
          <a:p>
            <a:pPr marL="864000" lvl="1" indent="-324000" algn="l">
              <a:lnSpc>
                <a:spcPct val="100000"/>
              </a:lnSpc>
              <a:spcAft>
                <a:spcPts val="850"/>
              </a:spcAft>
              <a:buClr>
                <a:srgbClr val="2C3E50"/>
              </a:buClr>
              <a:buSzPct val="75000"/>
              <a:buFont typeface="Symbol" charset="2"/>
              <a:buChar char=""/>
            </a:pPr>
            <a:r>
              <a:rPr lang="ro-RO" sz="1800" b="0" u="none" strike="noStrike">
                <a:solidFill>
                  <a:srgbClr val="2C3E50"/>
                </a:solidFill>
                <a:effectLst/>
                <a:uFillTx/>
                <a:latin typeface="Noto Sans"/>
              </a:rPr>
              <a:t>Atractivitatea comercială;</a:t>
            </a:r>
          </a:p>
          <a:p>
            <a:pPr marL="864000" lvl="1" indent="-324000" algn="l">
              <a:lnSpc>
                <a:spcPct val="100000"/>
              </a:lnSpc>
              <a:spcAft>
                <a:spcPts val="850"/>
              </a:spcAft>
              <a:buClr>
                <a:srgbClr val="2C3E50"/>
              </a:buClr>
              <a:buSzPct val="75000"/>
              <a:buFont typeface="Symbol" charset="2"/>
              <a:buChar char=""/>
            </a:pPr>
            <a:r>
              <a:rPr lang="ro-RO" sz="1800" b="0" u="none" strike="noStrike">
                <a:solidFill>
                  <a:srgbClr val="2C3E50"/>
                </a:solidFill>
                <a:effectLst/>
                <a:uFillTx/>
                <a:latin typeface="Noto Sans"/>
              </a:rPr>
              <a:t>Brand;</a:t>
            </a:r>
          </a:p>
          <a:p>
            <a:pPr marL="864000" lvl="1" indent="-324000" algn="l">
              <a:lnSpc>
                <a:spcPct val="100000"/>
              </a:lnSpc>
              <a:spcAft>
                <a:spcPts val="850"/>
              </a:spcAft>
              <a:buClr>
                <a:srgbClr val="2C3E50"/>
              </a:buClr>
              <a:buSzPct val="75000"/>
              <a:buFont typeface="Symbol" charset="2"/>
              <a:buChar char=""/>
            </a:pPr>
            <a:r>
              <a:rPr lang="ro-RO" sz="1800" b="0" u="none" strike="noStrike">
                <a:solidFill>
                  <a:srgbClr val="2C3E50"/>
                </a:solidFill>
                <a:effectLst/>
                <a:uFillTx/>
                <a:latin typeface="Noto Sans"/>
              </a:rPr>
              <a:t>Raritate;</a:t>
            </a:r>
          </a:p>
          <a:p>
            <a:pPr marL="864000" lvl="1" indent="-324000" algn="l">
              <a:lnSpc>
                <a:spcPct val="100000"/>
              </a:lnSpc>
              <a:spcAft>
                <a:spcPts val="850"/>
              </a:spcAft>
              <a:buClr>
                <a:srgbClr val="2C3E50"/>
              </a:buClr>
              <a:buSzPct val="75000"/>
              <a:buFont typeface="Symbol" charset="2"/>
              <a:buChar char=""/>
            </a:pPr>
            <a:r>
              <a:rPr lang="ro-RO" sz="1800" b="0" u="none" strike="noStrike">
                <a:solidFill>
                  <a:srgbClr val="2C3E50"/>
                </a:solidFill>
                <a:effectLst/>
                <a:uFillTx/>
                <a:latin typeface="Noto Sans"/>
              </a:rPr>
              <a:t>Cerere pe piață;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53F0B8E1-6F97-4C6B-AE33-820DBA0F8715}" type="slidenum">
              <a:t>9</a:t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360000" y="225720"/>
            <a:ext cx="9360000" cy="718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l">
              <a:buNone/>
            </a:pPr>
            <a:r>
              <a:rPr lang="ro-RO" sz="3200" b="1" u="none" strike="noStrike">
                <a:solidFill>
                  <a:srgbClr val="FFFFFF"/>
                </a:solidFill>
                <a:effectLst/>
                <a:uFillTx/>
                <a:latin typeface="Noto Sans"/>
              </a:rPr>
              <a:t>Prețurile de rulare</a:t>
            </a:r>
          </a:p>
        </p:txBody>
      </p:sp>
      <p:pic>
        <p:nvPicPr>
          <p:cNvPr id="62" name="Picture 61"/>
          <p:cNvPicPr/>
          <p:nvPr/>
        </p:nvPicPr>
        <p:blipFill>
          <a:blip r:embed="rId3"/>
          <a:stretch/>
        </p:blipFill>
        <p:spPr>
          <a:xfrm>
            <a:off x="5148720" y="1485000"/>
            <a:ext cx="4607280" cy="2295000"/>
          </a:xfrm>
          <a:prstGeom prst="rect">
            <a:avLst/>
          </a:prstGeom>
          <a:noFill/>
          <a:ln w="12600">
            <a:solidFill>
              <a:srgbClr val="2C3E50"/>
            </a:solidFill>
            <a:round/>
          </a:ln>
        </p:spPr>
      </p:pic>
      <p:graphicFrame>
        <p:nvGraphicFramePr>
          <p:cNvPr id="63" name="Table 62"/>
          <p:cNvGraphicFramePr/>
          <p:nvPr/>
        </p:nvGraphicFramePr>
        <p:xfrm>
          <a:off x="323280" y="1463040"/>
          <a:ext cx="4511160" cy="2904400"/>
        </p:xfrm>
        <a:graphic>
          <a:graphicData uri="http://schemas.openxmlformats.org/drawingml/2006/table">
            <a:tbl>
              <a:tblPr/>
              <a:tblGrid>
                <a:gridCol w="128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97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736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523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18400">
                <a:tc>
                  <a:txBody>
                    <a:bodyPr/>
                    <a:lstStyle/>
                    <a:p>
                      <a:pPr algn="ctr">
                        <a:spcBef>
                          <a:spcPts val="162"/>
                        </a:spcBef>
                        <a:spcAft>
                          <a:spcPts val="162"/>
                        </a:spcAft>
                      </a:pPr>
                      <a:r>
                        <a:rPr lang="ro-RO" sz="10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Configurație</a:t>
                      </a:r>
                    </a:p>
                  </a:txBody>
                  <a:tcPr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162"/>
                        </a:spcBef>
                        <a:spcAft>
                          <a:spcPts val="162"/>
                        </a:spcAft>
                      </a:pPr>
                      <a:r>
                        <a:rPr lang="ro-RO" sz="10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Identificatorul</a:t>
                      </a:r>
                    </a:p>
                    <a:p>
                      <a:pPr algn="ctr">
                        <a:spcBef>
                          <a:spcPts val="162"/>
                        </a:spcBef>
                        <a:spcAft>
                          <a:spcPts val="162"/>
                        </a:spcAft>
                      </a:pPr>
                      <a:r>
                        <a:rPr lang="ro-RO" sz="10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modelului</a:t>
                      </a:r>
                    </a:p>
                  </a:txBody>
                  <a:tcPr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162"/>
                        </a:spcBef>
                        <a:spcAft>
                          <a:spcPts val="162"/>
                        </a:spcAft>
                      </a:pPr>
                      <a:r>
                        <a:rPr lang="ro-RO" sz="10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Prețul-intrare</a:t>
                      </a:r>
                    </a:p>
                    <a:p>
                      <a:pPr algn="ctr">
                        <a:spcBef>
                          <a:spcPts val="162"/>
                        </a:spcBef>
                        <a:spcAft>
                          <a:spcPts val="162"/>
                        </a:spcAft>
                      </a:pPr>
                      <a:r>
                        <a:rPr lang="ro-RO" sz="10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$/1M</a:t>
                      </a:r>
                    </a:p>
                  </a:txBody>
                  <a:tcPr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162"/>
                        </a:spcBef>
                        <a:spcAft>
                          <a:spcPts val="162"/>
                        </a:spcAft>
                      </a:pPr>
                      <a:r>
                        <a:rPr lang="ro-RO" sz="10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Prețul-ieșire</a:t>
                      </a:r>
                    </a:p>
                    <a:p>
                      <a:pPr algn="ctr">
                        <a:spcBef>
                          <a:spcPts val="162"/>
                        </a:spcBef>
                        <a:spcAft>
                          <a:spcPts val="162"/>
                        </a:spcAft>
                      </a:pPr>
                      <a:r>
                        <a:rPr lang="ro-RO" sz="10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$/1M</a:t>
                      </a:r>
                    </a:p>
                  </a:txBody>
                  <a:tcPr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ro-RO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claude-3-haiku</a:t>
                      </a:r>
                    </a:p>
                  </a:txBody>
                  <a:tcPr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o-RO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anthropic/claude-3-haiku</a:t>
                      </a:r>
                    </a:p>
                  </a:txBody>
                  <a:tcPr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o-RO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$0,25</a:t>
                      </a:r>
                    </a:p>
                  </a:txBody>
                  <a:tcPr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o-RO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$1,25</a:t>
                      </a:r>
                    </a:p>
                  </a:txBody>
                  <a:tcPr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6840">
                <a:tc>
                  <a:txBody>
                    <a:bodyPr/>
                    <a:lstStyle/>
                    <a:p>
                      <a:r>
                        <a:rPr lang="ro-RO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claude-3.5-haiku</a:t>
                      </a:r>
                    </a:p>
                  </a:txBody>
                  <a:tcPr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o-RO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anthropic/claude-3.5-haiku</a:t>
                      </a:r>
                    </a:p>
                  </a:txBody>
                  <a:tcPr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o-RO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$1,00</a:t>
                      </a:r>
                    </a:p>
                  </a:txBody>
                  <a:tcPr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o-RO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$5,00</a:t>
                      </a:r>
                    </a:p>
                  </a:txBody>
                  <a:tcPr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6840">
                <a:tc>
                  <a:txBody>
                    <a:bodyPr/>
                    <a:lstStyle/>
                    <a:p>
                      <a:r>
                        <a:rPr lang="ro-RO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deepseek-v4-flash</a:t>
                      </a:r>
                    </a:p>
                  </a:txBody>
                  <a:tcPr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o-RO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deepseek/deepseek-v4-flash</a:t>
                      </a:r>
                    </a:p>
                  </a:txBody>
                  <a:tcPr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o-RO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$0,10</a:t>
                      </a:r>
                    </a:p>
                  </a:txBody>
                  <a:tcPr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o-RO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$0,40</a:t>
                      </a:r>
                    </a:p>
                  </a:txBody>
                  <a:tcPr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6840">
                <a:tc>
                  <a:txBody>
                    <a:bodyPr/>
                    <a:lstStyle/>
                    <a:p>
                      <a:r>
                        <a:rPr lang="ro-RO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deepseek-v4-pro</a:t>
                      </a:r>
                    </a:p>
                  </a:txBody>
                  <a:tcPr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o-RO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deepseek/deepseek-v4-pro</a:t>
                      </a:r>
                    </a:p>
                  </a:txBody>
                  <a:tcPr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o-RO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$0,27</a:t>
                      </a:r>
                    </a:p>
                  </a:txBody>
                  <a:tcPr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o-RO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$1,10</a:t>
                      </a:r>
                    </a:p>
                  </a:txBody>
                  <a:tcPr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86840">
                <a:tc>
                  <a:txBody>
                    <a:bodyPr/>
                    <a:lstStyle/>
                    <a:p>
                      <a:r>
                        <a:rPr lang="ro-RO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google-gemini-3.1-flash</a:t>
                      </a:r>
                    </a:p>
                  </a:txBody>
                  <a:tcPr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o-RO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google/gemini-3.1-flash-lite</a:t>
                      </a:r>
                    </a:p>
                  </a:txBody>
                  <a:tcPr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o-RO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$0,10</a:t>
                      </a:r>
                    </a:p>
                  </a:txBody>
                  <a:tcPr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o-RO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$0,40</a:t>
                      </a:r>
                    </a:p>
                  </a:txBody>
                  <a:tcPr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86840">
                <a:tc>
                  <a:txBody>
                    <a:bodyPr/>
                    <a:lstStyle/>
                    <a:p>
                      <a:r>
                        <a:rPr lang="ro-RO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google-gemma-4-31b</a:t>
                      </a:r>
                    </a:p>
                  </a:txBody>
                  <a:tcPr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o-RO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google/gemma-4-31b-it</a:t>
                      </a:r>
                    </a:p>
                  </a:txBody>
                  <a:tcPr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o-RO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$0,10</a:t>
                      </a:r>
                    </a:p>
                  </a:txBody>
                  <a:tcPr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o-RO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$0,30</a:t>
                      </a:r>
                    </a:p>
                  </a:txBody>
                  <a:tcPr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86840">
                <a:tc>
                  <a:txBody>
                    <a:bodyPr/>
                    <a:lstStyle/>
                    <a:p>
                      <a:r>
                        <a:rPr lang="ro-RO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gpt-4o-mini</a:t>
                      </a:r>
                    </a:p>
                  </a:txBody>
                  <a:tcPr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o-RO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openai/gpt-4o-mini</a:t>
                      </a:r>
                    </a:p>
                  </a:txBody>
                  <a:tcPr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o-RO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$0,15</a:t>
                      </a:r>
                    </a:p>
                  </a:txBody>
                  <a:tcPr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o-RO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$0,60</a:t>
                      </a:r>
                    </a:p>
                  </a:txBody>
                  <a:tcPr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86840">
                <a:tc>
                  <a:txBody>
                    <a:bodyPr/>
                    <a:lstStyle/>
                    <a:p>
                      <a:r>
                        <a:rPr lang="ro-RO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gpt-5.4-nano</a:t>
                      </a:r>
                    </a:p>
                  </a:txBody>
                  <a:tcPr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o-RO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openai/gpt-5.4-nano</a:t>
                      </a:r>
                    </a:p>
                  </a:txBody>
                  <a:tcPr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o-RO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$0,05</a:t>
                      </a:r>
                    </a:p>
                  </a:txBody>
                  <a:tcPr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o-RO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$0,40</a:t>
                      </a:r>
                    </a:p>
                  </a:txBody>
                  <a:tcPr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86840">
                <a:tc>
                  <a:txBody>
                    <a:bodyPr/>
                    <a:lstStyle/>
                    <a:p>
                      <a:r>
                        <a:rPr lang="ro-RO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llama-3.3-70b</a:t>
                      </a:r>
                    </a:p>
                  </a:txBody>
                  <a:tcPr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o-RO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meta-llama/llama-3.3-70b-instruct</a:t>
                      </a:r>
                    </a:p>
                  </a:txBody>
                  <a:tcPr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o-RO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$0,13</a:t>
                      </a:r>
                    </a:p>
                  </a:txBody>
                  <a:tcPr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o-RO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$0,39</a:t>
                      </a:r>
                    </a:p>
                  </a:txBody>
                  <a:tcPr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64" name="TextBox 63"/>
          <p:cNvSpPr txBox="1"/>
          <p:nvPr/>
        </p:nvSpPr>
        <p:spPr>
          <a:xfrm>
            <a:off x="1440000" y="4348080"/>
            <a:ext cx="2131920" cy="332640"/>
          </a:xfrm>
          <a:prstGeom prst="rect">
            <a:avLst/>
          </a:prstGeom>
          <a:noFill/>
          <a:ln w="10800">
            <a:noFill/>
          </a:ln>
        </p:spPr>
        <p:txBody>
          <a:bodyPr wrap="none" lIns="90000" tIns="45000" rIns="90000" bIns="45000" anchor="ctr">
            <a:spAutoFit/>
          </a:bodyPr>
          <a:lstStyle/>
          <a:p>
            <a:pPr algn="ctr"/>
            <a:r>
              <a:rPr lang="ro-RO" sz="1400" b="0" u="none" strike="noStrike">
                <a:solidFill>
                  <a:srgbClr val="2C3E50"/>
                </a:solidFill>
                <a:effectLst/>
                <a:uFillTx/>
                <a:latin typeface="Noto Sans"/>
              </a:rPr>
              <a:t>Prețul per 1M token-uri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660000" y="3779280"/>
            <a:ext cx="1584360" cy="332640"/>
          </a:xfrm>
          <a:prstGeom prst="rect">
            <a:avLst/>
          </a:prstGeom>
          <a:noFill/>
          <a:ln w="10800">
            <a:noFill/>
          </a:ln>
        </p:spPr>
        <p:txBody>
          <a:bodyPr wrap="none" lIns="90000" tIns="45000" rIns="90000" bIns="45000" anchor="ctr">
            <a:spAutoFit/>
          </a:bodyPr>
          <a:lstStyle/>
          <a:p>
            <a:pPr algn="ctr"/>
            <a:r>
              <a:rPr lang="ro-RO" sz="1400" b="0" u="none" strike="noStrike">
                <a:solidFill>
                  <a:srgbClr val="2C3E50"/>
                </a:solidFill>
                <a:effectLst/>
                <a:uFillTx/>
                <a:latin typeface="Noto Sans"/>
              </a:rPr>
              <a:t>Costul per rulare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56429B07-509C-4B88-B36C-2326A7447F1D}" type="slidenum">
              <a:t>10</a:t>
            </a:fld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title"/>
          </p:nvPr>
        </p:nvSpPr>
        <p:spPr>
          <a:xfrm>
            <a:off x="360000" y="225720"/>
            <a:ext cx="9360000" cy="718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l">
              <a:buNone/>
            </a:pPr>
            <a:r>
              <a:rPr lang="ro-RO" sz="3200" b="1" u="none" strike="noStrike">
                <a:solidFill>
                  <a:srgbClr val="FFFFFF"/>
                </a:solidFill>
                <a:effectLst/>
                <a:uFillTx/>
                <a:latin typeface="Noto Sans"/>
              </a:rPr>
              <a:t>Concluzii</a:t>
            </a:r>
          </a:p>
        </p:txBody>
      </p:sp>
      <p:sp>
        <p:nvSpPr>
          <p:cNvPr id="67" name="PlaceHolder 2"/>
          <p:cNvSpPr>
            <a:spLocks noGrp="1"/>
          </p:cNvSpPr>
          <p:nvPr>
            <p:ph/>
          </p:nvPr>
        </p:nvSpPr>
        <p:spPr>
          <a:xfrm>
            <a:off x="360000" y="1485000"/>
            <a:ext cx="9360000" cy="378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92500" lnSpcReduction="19999"/>
          </a:bodyPr>
          <a:lstStyle/>
          <a:p>
            <a:pPr marL="432000" indent="-324000" algn="l">
              <a:spcAft>
                <a:spcPts val="1057"/>
              </a:spcAft>
              <a:buClr>
                <a:srgbClr val="2C3E50"/>
              </a:buClr>
              <a:buSzPct val="45000"/>
              <a:buFont typeface="Wingdings" charset="2"/>
              <a:buChar char=""/>
            </a:pPr>
            <a:r>
              <a:rPr lang="ro-RO" sz="2400" b="1" u="none" strike="noStrike" dirty="0">
                <a:solidFill>
                  <a:srgbClr val="2C3E50"/>
                </a:solidFill>
                <a:effectLst/>
                <a:uFillTx/>
                <a:latin typeface="Noto Sans"/>
              </a:rPr>
              <a:t>Obiectiv</a:t>
            </a:r>
            <a:r>
              <a:rPr lang="ro-RO" sz="2400" b="0" u="none" strike="noStrike" dirty="0">
                <a:solidFill>
                  <a:srgbClr val="2C3E50"/>
                </a:solidFill>
                <a:effectLst/>
                <a:uFillTx/>
                <a:latin typeface="Noto Sans"/>
              </a:rPr>
              <a:t>: nu un model câștigător, ci un </a:t>
            </a:r>
            <a:r>
              <a:rPr lang="ro-RO" sz="2400" b="0" i="1" u="none" strike="noStrike" dirty="0">
                <a:solidFill>
                  <a:srgbClr val="2C3E50"/>
                </a:solidFill>
                <a:effectLst/>
                <a:uFillTx/>
                <a:latin typeface="Noto Sans"/>
              </a:rPr>
              <a:t>harness</a:t>
            </a:r>
            <a:r>
              <a:rPr lang="ro-RO" sz="2400" b="0" u="none" strike="noStrike" dirty="0">
                <a:solidFill>
                  <a:srgbClr val="2C3E50"/>
                </a:solidFill>
                <a:effectLst/>
                <a:uFillTx/>
                <a:latin typeface="Noto Sans"/>
              </a:rPr>
              <a:t> care face LLM-urile măsurabile;</a:t>
            </a:r>
            <a:endParaRPr lang="ro-RO" sz="2400" b="1" u="none" strike="noStrike" dirty="0">
              <a:solidFill>
                <a:srgbClr val="2C3E50"/>
              </a:solidFill>
              <a:effectLst/>
              <a:uFillTx/>
              <a:latin typeface="Noto Sans"/>
            </a:endParaRPr>
          </a:p>
          <a:p>
            <a:pPr marL="432000" indent="-324000" algn="l">
              <a:spcAft>
                <a:spcPts val="1057"/>
              </a:spcAft>
              <a:buClr>
                <a:srgbClr val="2C3E50"/>
              </a:buClr>
              <a:buSzPct val="45000"/>
              <a:buFont typeface="Wingdings" charset="2"/>
              <a:buChar char=""/>
            </a:pPr>
            <a:r>
              <a:rPr lang="ro-RO" sz="2400" b="0" u="none" strike="noStrike" dirty="0">
                <a:solidFill>
                  <a:srgbClr val="2C3E50"/>
                </a:solidFill>
                <a:effectLst/>
                <a:uFillTx/>
                <a:latin typeface="Noto Sans"/>
              </a:rPr>
              <a:t>Două rezultate, de naturi diferite:</a:t>
            </a:r>
            <a:endParaRPr lang="ro-RO" sz="2400" b="1" u="none" strike="noStrike" dirty="0">
              <a:solidFill>
                <a:srgbClr val="2C3E50"/>
              </a:solidFill>
              <a:effectLst/>
              <a:uFillTx/>
              <a:latin typeface="Noto Sans"/>
            </a:endParaRPr>
          </a:p>
          <a:p>
            <a:pPr marL="864000" lvl="1" indent="-324000" algn="l">
              <a:spcAft>
                <a:spcPts val="850"/>
              </a:spcAft>
              <a:buClr>
                <a:srgbClr val="2C3E50"/>
              </a:buClr>
              <a:buSzPct val="75000"/>
              <a:buFont typeface="Symbol" charset="2"/>
              <a:buChar char=""/>
            </a:pPr>
            <a:r>
              <a:rPr lang="ro-RO" sz="2100" b="0" u="none" strike="noStrike" dirty="0">
                <a:solidFill>
                  <a:srgbClr val="2C3E50"/>
                </a:solidFill>
                <a:effectLst/>
                <a:uFillTx/>
                <a:latin typeface="Noto Sans"/>
              </a:rPr>
              <a:t> Pozitiv-nuanțat: rezultatele descriu un LLM sub un anumit amestec de furnizori (rutarea OpenRouter), nu în absolut;</a:t>
            </a:r>
          </a:p>
          <a:p>
            <a:pPr marL="864000" lvl="1" indent="-324000" algn="l">
              <a:spcAft>
                <a:spcPts val="850"/>
              </a:spcAft>
              <a:buClr>
                <a:srgbClr val="2C3E50"/>
              </a:buClr>
              <a:buSzPct val="75000"/>
              <a:buFont typeface="Symbol" charset="2"/>
              <a:buChar char=""/>
            </a:pPr>
            <a:r>
              <a:rPr lang="ro-RO" sz="2100" b="0" u="none" strike="noStrike" dirty="0">
                <a:solidFill>
                  <a:srgbClr val="2C3E50"/>
                </a:solidFill>
                <a:effectLst/>
                <a:uFillTx/>
                <a:latin typeface="Noto Sans"/>
              </a:rPr>
              <a:t> Aproape nul: disciplina JSON e prea uniformă (2 reîncercări, 0 eșecuri moale / 189 rulări) pentru a departaja LLM-urile;</a:t>
            </a:r>
          </a:p>
          <a:p>
            <a:pPr marL="432000" indent="-324000" algn="l">
              <a:spcAft>
                <a:spcPts val="1057"/>
              </a:spcAft>
              <a:buClr>
                <a:srgbClr val="2C3E50"/>
              </a:buClr>
              <a:buSzPct val="45000"/>
              <a:buFont typeface="Wingdings" charset="2"/>
              <a:buChar char=""/>
            </a:pPr>
            <a:r>
              <a:rPr lang="ro-RO" sz="2400" b="1" u="none" strike="noStrike" dirty="0">
                <a:solidFill>
                  <a:srgbClr val="2C3E50"/>
                </a:solidFill>
                <a:effectLst/>
                <a:uFillTx/>
                <a:latin typeface="Noto Sans"/>
              </a:rPr>
              <a:t>Limitări</a:t>
            </a:r>
            <a:r>
              <a:rPr lang="ro-RO" sz="2400" b="0" u="none" strike="noStrike" dirty="0">
                <a:solidFill>
                  <a:srgbClr val="2C3E50"/>
                </a:solidFill>
                <a:effectLst/>
                <a:uFillTx/>
                <a:latin typeface="Noto Sans"/>
              </a:rPr>
              <a:t>: rutare furnizori, 3 repetări (tendință, nu varianță), 7 anunțuri / o platformă, acuratețea agentului </a:t>
            </a:r>
            <a:r>
              <a:rPr lang="ro-RO" sz="2400" b="1" u="none" strike="noStrike" dirty="0">
                <a:solidFill>
                  <a:srgbClr val="2C3E50"/>
                </a:solidFill>
                <a:effectLst/>
                <a:uFillTx/>
                <a:latin typeface="Courier New"/>
              </a:rPr>
              <a:t>pricer</a:t>
            </a:r>
            <a:r>
              <a:rPr lang="ro-RO" sz="2400" b="0" u="none" strike="noStrike" dirty="0">
                <a:solidFill>
                  <a:srgbClr val="2C3E50"/>
                </a:solidFill>
                <a:effectLst/>
                <a:uFillTx/>
                <a:latin typeface="Noto Sans"/>
              </a:rPr>
              <a:t> imposibil de evaluat;</a:t>
            </a:r>
            <a:endParaRPr lang="ro-RO" sz="2400" b="1" u="none" strike="noStrike" dirty="0">
              <a:solidFill>
                <a:srgbClr val="2C3E50"/>
              </a:solidFill>
              <a:effectLst/>
              <a:uFillTx/>
              <a:latin typeface="Noto Sans"/>
            </a:endParaRPr>
          </a:p>
          <a:p>
            <a:pPr marL="432000" indent="-324000" algn="l">
              <a:spcAft>
                <a:spcPts val="1057"/>
              </a:spcAft>
              <a:buClr>
                <a:srgbClr val="2C3E50"/>
              </a:buClr>
              <a:buSzPct val="45000"/>
              <a:buFont typeface="Wingdings" charset="2"/>
              <a:buChar char=""/>
            </a:pPr>
            <a:r>
              <a:rPr lang="ro-RO" sz="2400" b="1" u="none" strike="noStrike" dirty="0">
                <a:solidFill>
                  <a:srgbClr val="2C3E50"/>
                </a:solidFill>
                <a:effectLst/>
                <a:uFillTx/>
                <a:latin typeface="Noto Sans"/>
              </a:rPr>
              <a:t>Direcții viitoare</a:t>
            </a:r>
            <a:r>
              <a:rPr lang="ro-RO" sz="2400" b="0" u="none" strike="noStrike" dirty="0">
                <a:solidFill>
                  <a:srgbClr val="2C3E50"/>
                </a:solidFill>
                <a:effectLst/>
                <a:uFillTx/>
                <a:latin typeface="Noto Sans"/>
              </a:rPr>
              <a:t>: modele locale (axa cloud-vs-local), variația promptului, a doua platformă (Shopify), intrărimai dificile, evaluare reală a prețurilor.</a:t>
            </a:r>
            <a:endParaRPr lang="ro-RO" sz="2400" b="1" u="none" strike="noStrike" dirty="0">
              <a:solidFill>
                <a:srgbClr val="2C3E50"/>
              </a:solidFill>
              <a:effectLst/>
              <a:uFillTx/>
              <a:latin typeface="Noto Sans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3250EA3D-33E9-4FB8-9E6B-F72640C5E50C}" type="slidenum">
              <a:t>11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34</TotalTime>
  <Words>1264</Words>
  <Application>Microsoft Office PowerPoint</Application>
  <PresentationFormat>Custom</PresentationFormat>
  <Paragraphs>170</Paragraphs>
  <Slides>11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11</vt:i4>
      </vt:variant>
    </vt:vector>
  </HeadingPairs>
  <TitlesOfParts>
    <vt:vector size="20" baseType="lpstr">
      <vt:lpstr>Arial</vt:lpstr>
      <vt:lpstr>Courier New</vt:lpstr>
      <vt:lpstr>DejaVu Sans</vt:lpstr>
      <vt:lpstr>Noto Sans</vt:lpstr>
      <vt:lpstr>Symbol</vt:lpstr>
      <vt:lpstr>Wingdings</vt:lpstr>
      <vt:lpstr>Office</vt:lpstr>
      <vt:lpstr>Office</vt:lpstr>
      <vt:lpstr>Office</vt:lpstr>
      <vt:lpstr>Infrastructură de măsurare pentru compararea configurațiilor LLM într-un pipeline multi-agent</vt:lpstr>
      <vt:lpstr>Context și problemă</vt:lpstr>
      <vt:lpstr>Fundamente tehnice</vt:lpstr>
      <vt:lpstr>Arhitectura sistemului</vt:lpstr>
      <vt:lpstr>Pipeline-ul</vt:lpstr>
      <vt:lpstr>Configurarea experimentului</vt:lpstr>
      <vt:lpstr>Rezultate cantitative</vt:lpstr>
      <vt:lpstr>Latența și eșecuri</vt:lpstr>
      <vt:lpstr>Scoruri prețului</vt:lpstr>
      <vt:lpstr>Prețurile de rulare</vt:lpstr>
      <vt:lpstr>Concluzii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Midnightblue</dc:title>
  <dc:subject/>
  <dc:creator/>
  <dc:description>This work is licensed under a Creative Commons 0 License.
It makes use of the works of Jun NOGATA.</dc:description>
  <cp:lastModifiedBy>Marc Penzari</cp:lastModifiedBy>
  <cp:revision>7</cp:revision>
  <dcterms:created xsi:type="dcterms:W3CDTF">2026-06-12T14:22:14Z</dcterms:created>
  <dcterms:modified xsi:type="dcterms:W3CDTF">2026-06-18T09:20:49Z</dcterms:modified>
  <dc:language>ro-MD</dc:language>
</cp:coreProperties>
</file>